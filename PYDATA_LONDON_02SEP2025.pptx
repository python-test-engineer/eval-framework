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87" r:id="rId3"/>
    <p:sldId id="262" r:id="rId4"/>
    <p:sldId id="283" r:id="rId5"/>
    <p:sldId id="266" r:id="rId6"/>
    <p:sldId id="289" r:id="rId7"/>
    <p:sldId id="263" r:id="rId8"/>
    <p:sldId id="282" r:id="rId9"/>
    <p:sldId id="284" r:id="rId10"/>
    <p:sldId id="280" r:id="rId11"/>
    <p:sldId id="264" r:id="rId12"/>
    <p:sldId id="275" r:id="rId13"/>
    <p:sldId id="285" r:id="rId14"/>
    <p:sldId id="270" r:id="rId15"/>
    <p:sldId id="291" r:id="rId16"/>
    <p:sldId id="292" r:id="rId17"/>
    <p:sldId id="293" r:id="rId18"/>
    <p:sldId id="296" r:id="rId19"/>
    <p:sldId id="297" r:id="rId20"/>
    <p:sldId id="298" r:id="rId21"/>
    <p:sldId id="300" r:id="rId22"/>
    <p:sldId id="290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  <a:srgbClr val="676767"/>
    <a:srgbClr val="FAF0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D2D42-BB7B-40E6-928B-6213DD89B5CF}" v="4" dt="2025-09-01T06:16:30.110"/>
    <p1510:client id="{BA77645B-515A-4B44-A045-9B2AC5CAAC16}" v="1" dt="2025-09-01T07:18:52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West" userId="8d53fe141fb0f703" providerId="LiveId" clId="{148D2D42-BB7B-40E6-928B-6213DD89B5CF}"/>
    <pc:docChg chg="undo custSel addSld delSld modSld sldOrd">
      <pc:chgData name="Craig West" userId="8d53fe141fb0f703" providerId="LiveId" clId="{148D2D42-BB7B-40E6-928B-6213DD89B5CF}" dt="2025-08-29T15:23:16.545" v="2046" actId="20577"/>
      <pc:docMkLst>
        <pc:docMk/>
      </pc:docMkLst>
      <pc:sldChg chg="modSp mod">
        <pc:chgData name="Craig West" userId="8d53fe141fb0f703" providerId="LiveId" clId="{148D2D42-BB7B-40E6-928B-6213DD89B5CF}" dt="2025-08-27T07:48:07.711" v="1921" actId="1076"/>
        <pc:sldMkLst>
          <pc:docMk/>
          <pc:sldMk cId="364032949" sldId="257"/>
        </pc:sldMkLst>
        <pc:spChg chg="mod">
          <ac:chgData name="Craig West" userId="8d53fe141fb0f703" providerId="LiveId" clId="{148D2D42-BB7B-40E6-928B-6213DD89B5CF}" dt="2025-08-27T05:48:07.675" v="38" actId="20577"/>
          <ac:spMkLst>
            <pc:docMk/>
            <pc:sldMk cId="364032949" sldId="257"/>
            <ac:spMk id="2" creationId="{20382188-6D11-9393-FF28-09CC4D2EAD81}"/>
          </ac:spMkLst>
        </pc:spChg>
        <pc:spChg chg="mod">
          <ac:chgData name="Craig West" userId="8d53fe141fb0f703" providerId="LiveId" clId="{148D2D42-BB7B-40E6-928B-6213DD89B5CF}" dt="2025-08-27T07:47:59.625" v="1918" actId="20577"/>
          <ac:spMkLst>
            <pc:docMk/>
            <pc:sldMk cId="364032949" sldId="257"/>
            <ac:spMk id="3" creationId="{EDE6217B-6C60-689B-D97F-62DAE026B17B}"/>
          </ac:spMkLst>
        </pc:spChg>
        <pc:picChg chg="mod">
          <ac:chgData name="Craig West" userId="8d53fe141fb0f703" providerId="LiveId" clId="{148D2D42-BB7B-40E6-928B-6213DD89B5CF}" dt="2025-08-27T05:51:57.604" v="185" actId="1076"/>
          <ac:picMkLst>
            <pc:docMk/>
            <pc:sldMk cId="364032949" sldId="257"/>
            <ac:picMk id="5" creationId="{C5699462-BEF0-2C2F-B977-80AD8BEDB652}"/>
          </ac:picMkLst>
        </pc:picChg>
        <pc:picChg chg="mod">
          <ac:chgData name="Craig West" userId="8d53fe141fb0f703" providerId="LiveId" clId="{148D2D42-BB7B-40E6-928B-6213DD89B5CF}" dt="2025-08-27T07:48:07.711" v="1921" actId="1076"/>
          <ac:picMkLst>
            <pc:docMk/>
            <pc:sldMk cId="364032949" sldId="257"/>
            <ac:picMk id="7" creationId="{C3A413D5-91FF-176F-D188-6D08F0B88187}"/>
          </ac:picMkLst>
        </pc:picChg>
      </pc:sldChg>
      <pc:sldChg chg="del">
        <pc:chgData name="Craig West" userId="8d53fe141fb0f703" providerId="LiveId" clId="{148D2D42-BB7B-40E6-928B-6213DD89B5CF}" dt="2025-08-27T05:52:22.799" v="190" actId="47"/>
        <pc:sldMkLst>
          <pc:docMk/>
          <pc:sldMk cId="1008044863" sldId="258"/>
        </pc:sldMkLst>
      </pc:sldChg>
      <pc:sldChg chg="del">
        <pc:chgData name="Craig West" userId="8d53fe141fb0f703" providerId="LiveId" clId="{148D2D42-BB7B-40E6-928B-6213DD89B5CF}" dt="2025-08-27T05:52:41.653" v="193" actId="47"/>
        <pc:sldMkLst>
          <pc:docMk/>
          <pc:sldMk cId="3012203007" sldId="260"/>
        </pc:sldMkLst>
      </pc:sldChg>
      <pc:sldChg chg="del">
        <pc:chgData name="Craig West" userId="8d53fe141fb0f703" providerId="LiveId" clId="{148D2D42-BB7B-40E6-928B-6213DD89B5CF}" dt="2025-08-27T05:58:05.008" v="194" actId="47"/>
        <pc:sldMkLst>
          <pc:docMk/>
          <pc:sldMk cId="2445916553" sldId="261"/>
        </pc:sldMkLst>
      </pc:sldChg>
      <pc:sldChg chg="addSp modSp mod ord">
        <pc:chgData name="Craig West" userId="8d53fe141fb0f703" providerId="LiveId" clId="{148D2D42-BB7B-40E6-928B-6213DD89B5CF}" dt="2025-08-27T15:17:55.065" v="2035"/>
        <pc:sldMkLst>
          <pc:docMk/>
          <pc:sldMk cId="2700586660" sldId="262"/>
        </pc:sldMkLst>
        <pc:spChg chg="mod">
          <ac:chgData name="Craig West" userId="8d53fe141fb0f703" providerId="LiveId" clId="{148D2D42-BB7B-40E6-928B-6213DD89B5CF}" dt="2025-08-27T07:34:21.033" v="1739" actId="20577"/>
          <ac:spMkLst>
            <pc:docMk/>
            <pc:sldMk cId="2700586660" sldId="262"/>
            <ac:spMk id="3" creationId="{FA6ED4D5-40EE-1AD6-45EB-5319021B107B}"/>
          </ac:spMkLst>
        </pc:spChg>
        <pc:picChg chg="add mod">
          <ac:chgData name="Craig West" userId="8d53fe141fb0f703" providerId="LiveId" clId="{148D2D42-BB7B-40E6-928B-6213DD89B5CF}" dt="2025-08-27T07:34:23.037" v="1740" actId="1076"/>
          <ac:picMkLst>
            <pc:docMk/>
            <pc:sldMk cId="2700586660" sldId="262"/>
            <ac:picMk id="6" creationId="{7D83FFC6-2FA8-C2C7-700A-439FA99538C8}"/>
          </ac:picMkLst>
        </pc:picChg>
        <pc:picChg chg="mod">
          <ac:chgData name="Craig West" userId="8d53fe141fb0f703" providerId="LiveId" clId="{148D2D42-BB7B-40E6-928B-6213DD89B5CF}" dt="2025-08-27T07:35:50.763" v="1741" actId="14826"/>
          <ac:picMkLst>
            <pc:docMk/>
            <pc:sldMk cId="2700586660" sldId="262"/>
            <ac:picMk id="11" creationId="{2DCAABF9-7D6A-30DB-DFA8-35DA30991B03}"/>
          </ac:picMkLst>
        </pc:picChg>
      </pc:sldChg>
      <pc:sldChg chg="ord">
        <pc:chgData name="Craig West" userId="8d53fe141fb0f703" providerId="LiveId" clId="{148D2D42-BB7B-40E6-928B-6213DD89B5CF}" dt="2025-08-27T05:52:35.325" v="192"/>
        <pc:sldMkLst>
          <pc:docMk/>
          <pc:sldMk cId="3202180944" sldId="263"/>
        </pc:sldMkLst>
      </pc:sldChg>
      <pc:sldChg chg="modSp mod">
        <pc:chgData name="Craig West" userId="8d53fe141fb0f703" providerId="LiveId" clId="{148D2D42-BB7B-40E6-928B-6213DD89B5CF}" dt="2025-08-27T06:11:05.143" v="448" actId="113"/>
        <pc:sldMkLst>
          <pc:docMk/>
          <pc:sldMk cId="269013049" sldId="264"/>
        </pc:sldMkLst>
        <pc:spChg chg="mod">
          <ac:chgData name="Craig West" userId="8d53fe141fb0f703" providerId="LiveId" clId="{148D2D42-BB7B-40E6-928B-6213DD89B5CF}" dt="2025-08-27T06:11:05.143" v="448" actId="113"/>
          <ac:spMkLst>
            <pc:docMk/>
            <pc:sldMk cId="269013049" sldId="264"/>
            <ac:spMk id="3" creationId="{8ED8F4FE-0FC2-94FC-9560-4EB76E38ACCF}"/>
          </ac:spMkLst>
        </pc:spChg>
      </pc:sldChg>
      <pc:sldChg chg="del">
        <pc:chgData name="Craig West" userId="8d53fe141fb0f703" providerId="LiveId" clId="{148D2D42-BB7B-40E6-928B-6213DD89B5CF}" dt="2025-08-27T06:05:51.736" v="212" actId="47"/>
        <pc:sldMkLst>
          <pc:docMk/>
          <pc:sldMk cId="1744274083" sldId="265"/>
        </pc:sldMkLst>
      </pc:sldChg>
      <pc:sldChg chg="del">
        <pc:chgData name="Craig West" userId="8d53fe141fb0f703" providerId="LiveId" clId="{148D2D42-BB7B-40E6-928B-6213DD89B5CF}" dt="2025-08-27T06:06:05.206" v="216" actId="47"/>
        <pc:sldMkLst>
          <pc:docMk/>
          <pc:sldMk cId="2352600679" sldId="267"/>
        </pc:sldMkLst>
      </pc:sldChg>
      <pc:sldChg chg="del">
        <pc:chgData name="Craig West" userId="8d53fe141fb0f703" providerId="LiveId" clId="{148D2D42-BB7B-40E6-928B-6213DD89B5CF}" dt="2025-08-27T06:06:45.345" v="220" actId="47"/>
        <pc:sldMkLst>
          <pc:docMk/>
          <pc:sldMk cId="3901758580" sldId="268"/>
        </pc:sldMkLst>
      </pc:sldChg>
      <pc:sldChg chg="delSp modSp mod">
        <pc:chgData name="Craig West" userId="8d53fe141fb0f703" providerId="LiveId" clId="{148D2D42-BB7B-40E6-928B-6213DD89B5CF}" dt="2025-08-27T07:30:19.823" v="1726" actId="20577"/>
        <pc:sldMkLst>
          <pc:docMk/>
          <pc:sldMk cId="2854764619" sldId="270"/>
        </pc:sldMkLst>
        <pc:spChg chg="mod">
          <ac:chgData name="Craig West" userId="8d53fe141fb0f703" providerId="LiveId" clId="{148D2D42-BB7B-40E6-928B-6213DD89B5CF}" dt="2025-08-27T07:28:12.300" v="1545" actId="20577"/>
          <ac:spMkLst>
            <pc:docMk/>
            <pc:sldMk cId="2854764619" sldId="270"/>
            <ac:spMk id="2" creationId="{9AE93777-B841-1FE9-B5E3-7E294CD7B927}"/>
          </ac:spMkLst>
        </pc:spChg>
        <pc:spChg chg="mod">
          <ac:chgData name="Craig West" userId="8d53fe141fb0f703" providerId="LiveId" clId="{148D2D42-BB7B-40E6-928B-6213DD89B5CF}" dt="2025-08-27T07:30:19.823" v="1726" actId="20577"/>
          <ac:spMkLst>
            <pc:docMk/>
            <pc:sldMk cId="2854764619" sldId="270"/>
            <ac:spMk id="3" creationId="{A81FB872-4B2A-7D41-78EA-741C258663A8}"/>
          </ac:spMkLst>
        </pc:spChg>
      </pc:sldChg>
      <pc:sldChg chg="del">
        <pc:chgData name="Craig West" userId="8d53fe141fb0f703" providerId="LiveId" clId="{148D2D42-BB7B-40E6-928B-6213DD89B5CF}" dt="2025-08-27T06:06:06.127" v="217" actId="47"/>
        <pc:sldMkLst>
          <pc:docMk/>
          <pc:sldMk cId="3658313044" sldId="271"/>
        </pc:sldMkLst>
      </pc:sldChg>
      <pc:sldChg chg="del">
        <pc:chgData name="Craig West" userId="8d53fe141fb0f703" providerId="LiveId" clId="{148D2D42-BB7B-40E6-928B-6213DD89B5CF}" dt="2025-08-27T06:06:06.718" v="218" actId="47"/>
        <pc:sldMkLst>
          <pc:docMk/>
          <pc:sldMk cId="1212136247" sldId="272"/>
        </pc:sldMkLst>
      </pc:sldChg>
      <pc:sldChg chg="del">
        <pc:chgData name="Craig West" userId="8d53fe141fb0f703" providerId="LiveId" clId="{148D2D42-BB7B-40E6-928B-6213DD89B5CF}" dt="2025-08-27T06:06:03.066" v="215" actId="47"/>
        <pc:sldMkLst>
          <pc:docMk/>
          <pc:sldMk cId="3845626983" sldId="273"/>
        </pc:sldMkLst>
      </pc:sldChg>
      <pc:sldChg chg="modSp mod">
        <pc:chgData name="Craig West" userId="8d53fe141fb0f703" providerId="LiveId" clId="{148D2D42-BB7B-40E6-928B-6213DD89B5CF}" dt="2025-08-27T07:09:52.843" v="485" actId="27107"/>
        <pc:sldMkLst>
          <pc:docMk/>
          <pc:sldMk cId="3122446014" sldId="275"/>
        </pc:sldMkLst>
        <pc:spChg chg="mod">
          <ac:chgData name="Craig West" userId="8d53fe141fb0f703" providerId="LiveId" clId="{148D2D42-BB7B-40E6-928B-6213DD89B5CF}" dt="2025-08-27T07:09:52.843" v="485" actId="27107"/>
          <ac:spMkLst>
            <pc:docMk/>
            <pc:sldMk cId="3122446014" sldId="275"/>
            <ac:spMk id="2" creationId="{CA99CC66-10D3-E183-1C5E-7DBAE8756398}"/>
          </ac:spMkLst>
        </pc:spChg>
      </pc:sldChg>
      <pc:sldChg chg="del">
        <pc:chgData name="Craig West" userId="8d53fe141fb0f703" providerId="LiveId" clId="{148D2D42-BB7B-40E6-928B-6213DD89B5CF}" dt="2025-08-27T06:05:56.759" v="213" actId="47"/>
        <pc:sldMkLst>
          <pc:docMk/>
          <pc:sldMk cId="277511365" sldId="276"/>
        </pc:sldMkLst>
      </pc:sldChg>
      <pc:sldChg chg="del">
        <pc:chgData name="Craig West" userId="8d53fe141fb0f703" providerId="LiveId" clId="{148D2D42-BB7B-40E6-928B-6213DD89B5CF}" dt="2025-08-27T06:06:12.581" v="219" actId="47"/>
        <pc:sldMkLst>
          <pc:docMk/>
          <pc:sldMk cId="2253881597" sldId="277"/>
        </pc:sldMkLst>
      </pc:sldChg>
      <pc:sldChg chg="del">
        <pc:chgData name="Craig West" userId="8d53fe141fb0f703" providerId="LiveId" clId="{148D2D42-BB7B-40E6-928B-6213DD89B5CF}" dt="2025-08-27T06:06:46.690" v="221" actId="47"/>
        <pc:sldMkLst>
          <pc:docMk/>
          <pc:sldMk cId="3282389886" sldId="278"/>
        </pc:sldMkLst>
      </pc:sldChg>
      <pc:sldChg chg="del">
        <pc:chgData name="Craig West" userId="8d53fe141fb0f703" providerId="LiveId" clId="{148D2D42-BB7B-40E6-928B-6213DD89B5CF}" dt="2025-08-27T06:05:59.659" v="214" actId="47"/>
        <pc:sldMkLst>
          <pc:docMk/>
          <pc:sldMk cId="3080813292" sldId="279"/>
        </pc:sldMkLst>
      </pc:sldChg>
      <pc:sldChg chg="addSp delSp modSp mod ord">
        <pc:chgData name="Craig West" userId="8d53fe141fb0f703" providerId="LiveId" clId="{148D2D42-BB7B-40E6-928B-6213DD89B5CF}" dt="2025-08-27T07:45:47.684" v="1825"/>
        <pc:sldMkLst>
          <pc:docMk/>
          <pc:sldMk cId="3279871281" sldId="280"/>
        </pc:sldMkLst>
        <pc:spChg chg="mod">
          <ac:chgData name="Craig West" userId="8d53fe141fb0f703" providerId="LiveId" clId="{148D2D42-BB7B-40E6-928B-6213DD89B5CF}" dt="2025-08-27T07:13:02.546" v="855" actId="20577"/>
          <ac:spMkLst>
            <pc:docMk/>
            <pc:sldMk cId="3279871281" sldId="280"/>
            <ac:spMk id="2" creationId="{1A15E1A2-83B2-14F0-BFEA-861422733F26}"/>
          </ac:spMkLst>
        </pc:spChg>
        <pc:spChg chg="add mod">
          <ac:chgData name="Craig West" userId="8d53fe141fb0f703" providerId="LiveId" clId="{148D2D42-BB7B-40E6-928B-6213DD89B5CF}" dt="2025-08-27T06:14:10.391" v="461"/>
          <ac:spMkLst>
            <pc:docMk/>
            <pc:sldMk cId="3279871281" sldId="280"/>
            <ac:spMk id="3" creationId="{5E94F5A6-658B-3303-7ABD-572CD1DE28E5}"/>
          </ac:spMkLst>
        </pc:spChg>
        <pc:picChg chg="mod">
          <ac:chgData name="Craig West" userId="8d53fe141fb0f703" providerId="LiveId" clId="{148D2D42-BB7B-40E6-928B-6213DD89B5CF}" dt="2025-08-27T06:12:25.880" v="452" actId="1076"/>
          <ac:picMkLst>
            <pc:docMk/>
            <pc:sldMk cId="3279871281" sldId="280"/>
            <ac:picMk id="5" creationId="{35C7062D-4D91-6909-2AFE-1BD94FA2B192}"/>
          </ac:picMkLst>
        </pc:picChg>
      </pc:sldChg>
      <pc:sldChg chg="modSp del mod">
        <pc:chgData name="Craig West" userId="8d53fe141fb0f703" providerId="LiveId" clId="{148D2D42-BB7B-40E6-928B-6213DD89B5CF}" dt="2025-08-27T07:12:56.033" v="851" actId="47"/>
        <pc:sldMkLst>
          <pc:docMk/>
          <pc:sldMk cId="3831430507" sldId="281"/>
        </pc:sldMkLst>
      </pc:sldChg>
      <pc:sldChg chg="delSp modSp add mod ord">
        <pc:chgData name="Craig West" userId="8d53fe141fb0f703" providerId="LiveId" clId="{148D2D42-BB7B-40E6-928B-6213DD89B5CF}" dt="2025-08-27T06:02:19.854" v="211" actId="14826"/>
        <pc:sldMkLst>
          <pc:docMk/>
          <pc:sldMk cId="755290413" sldId="282"/>
        </pc:sldMkLst>
        <pc:spChg chg="mod">
          <ac:chgData name="Craig West" userId="8d53fe141fb0f703" providerId="LiveId" clId="{148D2D42-BB7B-40E6-928B-6213DD89B5CF}" dt="2025-08-27T05:58:37.799" v="203" actId="20577"/>
          <ac:spMkLst>
            <pc:docMk/>
            <pc:sldMk cId="755290413" sldId="282"/>
            <ac:spMk id="2" creationId="{B46820D4-81FD-4FC2-57D1-F722A5249B9A}"/>
          </ac:spMkLst>
        </pc:spChg>
        <pc:picChg chg="mod">
          <ac:chgData name="Craig West" userId="8d53fe141fb0f703" providerId="LiveId" clId="{148D2D42-BB7B-40E6-928B-6213DD89B5CF}" dt="2025-08-27T06:02:19.854" v="211" actId="14826"/>
          <ac:picMkLst>
            <pc:docMk/>
            <pc:sldMk cId="755290413" sldId="282"/>
            <ac:picMk id="5" creationId="{28262053-F2FE-0B42-8B58-D4F6DA7A50D1}"/>
          </ac:picMkLst>
        </pc:picChg>
      </pc:sldChg>
      <pc:sldChg chg="add del">
        <pc:chgData name="Craig West" userId="8d53fe141fb0f703" providerId="LiveId" clId="{148D2D42-BB7B-40E6-928B-6213DD89B5CF}" dt="2025-08-27T05:58:10.290" v="196" actId="2890"/>
        <pc:sldMkLst>
          <pc:docMk/>
          <pc:sldMk cId="2390448474" sldId="282"/>
        </pc:sldMkLst>
      </pc:sldChg>
      <pc:sldChg chg="modSp add mod ord">
        <pc:chgData name="Craig West" userId="8d53fe141fb0f703" providerId="LiveId" clId="{148D2D42-BB7B-40E6-928B-6213DD89B5CF}" dt="2025-08-27T07:36:36.273" v="1742" actId="122"/>
        <pc:sldMkLst>
          <pc:docMk/>
          <pc:sldMk cId="3644887355" sldId="283"/>
        </pc:sldMkLst>
        <pc:spChg chg="mod">
          <ac:chgData name="Craig West" userId="8d53fe141fb0f703" providerId="LiveId" clId="{148D2D42-BB7B-40E6-928B-6213DD89B5CF}" dt="2025-08-27T06:07:19.054" v="236" actId="20577"/>
          <ac:spMkLst>
            <pc:docMk/>
            <pc:sldMk cId="3644887355" sldId="283"/>
            <ac:spMk id="2" creationId="{9F77EDE6-5DB6-48C0-F0EC-A18A20443DC5}"/>
          </ac:spMkLst>
        </pc:spChg>
        <pc:spChg chg="mod">
          <ac:chgData name="Craig West" userId="8d53fe141fb0f703" providerId="LiveId" clId="{148D2D42-BB7B-40E6-928B-6213DD89B5CF}" dt="2025-08-27T07:36:36.273" v="1742" actId="122"/>
          <ac:spMkLst>
            <pc:docMk/>
            <pc:sldMk cId="3644887355" sldId="283"/>
            <ac:spMk id="3" creationId="{01ECBE29-30D4-8D5B-1CB7-8662811D08DD}"/>
          </ac:spMkLst>
        </pc:spChg>
      </pc:sldChg>
      <pc:sldChg chg="modSp add mod ord">
        <pc:chgData name="Craig West" userId="8d53fe141fb0f703" providerId="LiveId" clId="{148D2D42-BB7B-40E6-928B-6213DD89B5CF}" dt="2025-08-27T07:49:56.532" v="2031" actId="313"/>
        <pc:sldMkLst>
          <pc:docMk/>
          <pc:sldMk cId="2551899761" sldId="284"/>
        </pc:sldMkLst>
        <pc:spChg chg="mod">
          <ac:chgData name="Craig West" userId="8d53fe141fb0f703" providerId="LiveId" clId="{148D2D42-BB7B-40E6-928B-6213DD89B5CF}" dt="2025-08-27T07:10:26.693" v="510" actId="20577"/>
          <ac:spMkLst>
            <pc:docMk/>
            <pc:sldMk cId="2551899761" sldId="284"/>
            <ac:spMk id="2" creationId="{2F194FC0-BEFF-A91F-13F1-D48D169B398B}"/>
          </ac:spMkLst>
        </pc:spChg>
        <pc:spChg chg="mod">
          <ac:chgData name="Craig West" userId="8d53fe141fb0f703" providerId="LiveId" clId="{148D2D42-BB7B-40E6-928B-6213DD89B5CF}" dt="2025-08-27T07:49:56.532" v="2031" actId="313"/>
          <ac:spMkLst>
            <pc:docMk/>
            <pc:sldMk cId="2551899761" sldId="284"/>
            <ac:spMk id="3" creationId="{CF986BF2-BAD2-469E-5AFC-FBE27862889A}"/>
          </ac:spMkLst>
        </pc:spChg>
      </pc:sldChg>
      <pc:sldChg chg="addSp modSp add mod ord">
        <pc:chgData name="Craig West" userId="8d53fe141fb0f703" providerId="LiveId" clId="{148D2D42-BB7B-40E6-928B-6213DD89B5CF}" dt="2025-08-29T15:23:16.545" v="2046" actId="20577"/>
        <pc:sldMkLst>
          <pc:docMk/>
          <pc:sldMk cId="1393936898" sldId="285"/>
        </pc:sldMkLst>
        <pc:spChg chg="mod">
          <ac:chgData name="Craig West" userId="8d53fe141fb0f703" providerId="LiveId" clId="{148D2D42-BB7B-40E6-928B-6213DD89B5CF}" dt="2025-08-29T15:23:16.545" v="2046" actId="20577"/>
          <ac:spMkLst>
            <pc:docMk/>
            <pc:sldMk cId="1393936898" sldId="285"/>
            <ac:spMk id="2" creationId="{1D99B005-0E86-2311-D1CE-3D89A18E89D4}"/>
          </ac:spMkLst>
        </pc:spChg>
        <pc:spChg chg="mod">
          <ac:chgData name="Craig West" userId="8d53fe141fb0f703" providerId="LiveId" clId="{148D2D42-BB7B-40E6-928B-6213DD89B5CF}" dt="2025-08-27T07:13:55.712" v="965" actId="20577"/>
          <ac:spMkLst>
            <pc:docMk/>
            <pc:sldMk cId="1393936898" sldId="285"/>
            <ac:spMk id="3" creationId="{9D01D926-2685-1102-15DA-FE530DB0ED07}"/>
          </ac:spMkLst>
        </pc:spChg>
        <pc:spChg chg="add mod">
          <ac:chgData name="Craig West" userId="8d53fe141fb0f703" providerId="LiveId" clId="{148D2D42-BB7B-40E6-928B-6213DD89B5CF}" dt="2025-08-27T07:20:03.966" v="1281" actId="20577"/>
          <ac:spMkLst>
            <pc:docMk/>
            <pc:sldMk cId="1393936898" sldId="285"/>
            <ac:spMk id="6" creationId="{00CA9450-E002-D5D5-E96F-FB1BB1E25F92}"/>
          </ac:spMkLst>
        </pc:spChg>
        <pc:picChg chg="add mod">
          <ac:chgData name="Craig West" userId="8d53fe141fb0f703" providerId="LiveId" clId="{148D2D42-BB7B-40E6-928B-6213DD89B5CF}" dt="2025-08-27T07:19:49.948" v="1279" actId="14100"/>
          <ac:picMkLst>
            <pc:docMk/>
            <pc:sldMk cId="1393936898" sldId="285"/>
            <ac:picMk id="5" creationId="{4D70A54A-8115-972C-E59F-B1FFBDCE4D1D}"/>
          </ac:picMkLst>
        </pc:picChg>
      </pc:sldChg>
      <pc:sldChg chg="modSp add mod">
        <pc:chgData name="Craig West" userId="8d53fe141fb0f703" providerId="LiveId" clId="{148D2D42-BB7B-40E6-928B-6213DD89B5CF}" dt="2025-08-27T07:29:59.891" v="1687" actId="20577"/>
        <pc:sldMkLst>
          <pc:docMk/>
          <pc:sldMk cId="1349075880" sldId="286"/>
        </pc:sldMkLst>
        <pc:spChg chg="mod">
          <ac:chgData name="Craig West" userId="8d53fe141fb0f703" providerId="LiveId" clId="{148D2D42-BB7B-40E6-928B-6213DD89B5CF}" dt="2025-08-27T07:29:59.891" v="1687" actId="20577"/>
          <ac:spMkLst>
            <pc:docMk/>
            <pc:sldMk cId="1349075880" sldId="286"/>
            <ac:spMk id="2" creationId="{3E59E890-081A-3B32-C506-6FF13671B6B0}"/>
          </ac:spMkLst>
        </pc:spChg>
        <pc:spChg chg="mod">
          <ac:chgData name="Craig West" userId="8d53fe141fb0f703" providerId="LiveId" clId="{148D2D42-BB7B-40E6-928B-6213DD89B5CF}" dt="2025-08-27T07:29:41.268" v="1676" actId="20577"/>
          <ac:spMkLst>
            <pc:docMk/>
            <pc:sldMk cId="1349075880" sldId="286"/>
            <ac:spMk id="3" creationId="{63D7FBBE-121F-6462-358B-A2B6E0DFBAC6}"/>
          </ac:spMkLst>
        </pc:spChg>
        <pc:picChg chg="mod">
          <ac:chgData name="Craig West" userId="8d53fe141fb0f703" providerId="LiveId" clId="{148D2D42-BB7B-40E6-928B-6213DD89B5CF}" dt="2025-08-27T07:29:48.125" v="1677" actId="1076"/>
          <ac:picMkLst>
            <pc:docMk/>
            <pc:sldMk cId="1349075880" sldId="286"/>
            <ac:picMk id="4" creationId="{1D479101-E8FD-13D3-116C-FF2394CC9C4F}"/>
          </ac:picMkLst>
        </pc:picChg>
      </pc:sldChg>
    </pc:docChg>
  </pc:docChgLst>
  <pc:docChgLst>
    <pc:chgData name="Craig West" userId="8d53fe141fb0f703" providerId="LiveId" clId="{2D0724BB-B4CC-4DD7-8E2A-6053C969D57B}"/>
    <pc:docChg chg="undo custSel addSld modSld sldOrd">
      <pc:chgData name="Craig West" userId="8d53fe141fb0f703" providerId="LiveId" clId="{2D0724BB-B4CC-4DD7-8E2A-6053C969D57B}" dt="2025-09-01T12:14:27.087" v="296" actId="5793"/>
      <pc:docMkLst>
        <pc:docMk/>
      </pc:docMkLst>
      <pc:sldChg chg="ord">
        <pc:chgData name="Craig West" userId="8d53fe141fb0f703" providerId="LiveId" clId="{2D0724BB-B4CC-4DD7-8E2A-6053C969D57B}" dt="2025-09-01T06:01:08.710" v="1"/>
        <pc:sldMkLst>
          <pc:docMk/>
          <pc:sldMk cId="2700586660" sldId="262"/>
        </pc:sldMkLst>
      </pc:sldChg>
      <pc:sldChg chg="ord">
        <pc:chgData name="Craig West" userId="8d53fe141fb0f703" providerId="LiveId" clId="{2D0724BB-B4CC-4DD7-8E2A-6053C969D57B}" dt="2025-09-01T06:01:44.276" v="3"/>
        <pc:sldMkLst>
          <pc:docMk/>
          <pc:sldMk cId="3202180944" sldId="263"/>
        </pc:sldMkLst>
      </pc:sldChg>
      <pc:sldChg chg="modSp mod">
        <pc:chgData name="Craig West" userId="8d53fe141fb0f703" providerId="LiveId" clId="{2D0724BB-B4CC-4DD7-8E2A-6053C969D57B}" dt="2025-09-01T06:04:16.411" v="104" actId="20577"/>
        <pc:sldMkLst>
          <pc:docMk/>
          <pc:sldMk cId="2854764619" sldId="270"/>
        </pc:sldMkLst>
        <pc:spChg chg="mod">
          <ac:chgData name="Craig West" userId="8d53fe141fb0f703" providerId="LiveId" clId="{2D0724BB-B4CC-4DD7-8E2A-6053C969D57B}" dt="2025-09-01T06:04:16.411" v="104" actId="20577"/>
          <ac:spMkLst>
            <pc:docMk/>
            <pc:sldMk cId="2854764619" sldId="270"/>
            <ac:spMk id="3" creationId="{A81FB872-4B2A-7D41-78EA-741C258663A8}"/>
          </ac:spMkLst>
        </pc:spChg>
      </pc:sldChg>
      <pc:sldChg chg="ord">
        <pc:chgData name="Craig West" userId="8d53fe141fb0f703" providerId="LiveId" clId="{2D0724BB-B4CC-4DD7-8E2A-6053C969D57B}" dt="2025-09-01T06:01:47.976" v="5"/>
        <pc:sldMkLst>
          <pc:docMk/>
          <pc:sldMk cId="755290413" sldId="282"/>
        </pc:sldMkLst>
      </pc:sldChg>
      <pc:sldChg chg="modSp mod">
        <pc:chgData name="Craig West" userId="8d53fe141fb0f703" providerId="LiveId" clId="{2D0724BB-B4CC-4DD7-8E2A-6053C969D57B}" dt="2025-09-01T06:24:17.146" v="258" actId="20577"/>
        <pc:sldMkLst>
          <pc:docMk/>
          <pc:sldMk cId="3644887355" sldId="283"/>
        </pc:sldMkLst>
        <pc:spChg chg="mod">
          <ac:chgData name="Craig West" userId="8d53fe141fb0f703" providerId="LiveId" clId="{2D0724BB-B4CC-4DD7-8E2A-6053C969D57B}" dt="2025-09-01T06:24:17.146" v="258" actId="20577"/>
          <ac:spMkLst>
            <pc:docMk/>
            <pc:sldMk cId="3644887355" sldId="283"/>
            <ac:spMk id="3" creationId="{01ECBE29-30D4-8D5B-1CB7-8662811D08DD}"/>
          </ac:spMkLst>
        </pc:spChg>
      </pc:sldChg>
      <pc:sldChg chg="modSp mod">
        <pc:chgData name="Craig West" userId="8d53fe141fb0f703" providerId="LiveId" clId="{2D0724BB-B4CC-4DD7-8E2A-6053C969D57B}" dt="2025-09-01T12:14:27.087" v="296" actId="5793"/>
        <pc:sldMkLst>
          <pc:docMk/>
          <pc:sldMk cId="1349075880" sldId="286"/>
        </pc:sldMkLst>
        <pc:spChg chg="mod">
          <ac:chgData name="Craig West" userId="8d53fe141fb0f703" providerId="LiveId" clId="{2D0724BB-B4CC-4DD7-8E2A-6053C969D57B}" dt="2025-09-01T06:03:13.119" v="16" actId="20577"/>
          <ac:spMkLst>
            <pc:docMk/>
            <pc:sldMk cId="1349075880" sldId="286"/>
            <ac:spMk id="2" creationId="{3E59E890-081A-3B32-C506-6FF13671B6B0}"/>
          </ac:spMkLst>
        </pc:spChg>
        <pc:spChg chg="mod">
          <ac:chgData name="Craig West" userId="8d53fe141fb0f703" providerId="LiveId" clId="{2D0724BB-B4CC-4DD7-8E2A-6053C969D57B}" dt="2025-09-01T12:14:27.087" v="296" actId="5793"/>
          <ac:spMkLst>
            <pc:docMk/>
            <pc:sldMk cId="1349075880" sldId="286"/>
            <ac:spMk id="3" creationId="{63D7FBBE-121F-6462-358B-A2B6E0DFBAC6}"/>
          </ac:spMkLst>
        </pc:spChg>
      </pc:sldChg>
      <pc:sldChg chg="modSp mod ord">
        <pc:chgData name="Craig West" userId="8d53fe141fb0f703" providerId="LiveId" clId="{2D0724BB-B4CC-4DD7-8E2A-6053C969D57B}" dt="2025-09-01T06:02:46.384" v="10" actId="5793"/>
        <pc:sldMkLst>
          <pc:docMk/>
          <pc:sldMk cId="3490366635" sldId="288"/>
        </pc:sldMkLst>
        <pc:spChg chg="mod">
          <ac:chgData name="Craig West" userId="8d53fe141fb0f703" providerId="LiveId" clId="{2D0724BB-B4CC-4DD7-8E2A-6053C969D57B}" dt="2025-09-01T06:02:46.384" v="10" actId="5793"/>
          <ac:spMkLst>
            <pc:docMk/>
            <pc:sldMk cId="3490366635" sldId="288"/>
            <ac:spMk id="2" creationId="{E3C4E0D4-137A-B10F-EDD6-EB8CCE546E35}"/>
          </ac:spMkLst>
        </pc:spChg>
      </pc:sldChg>
      <pc:sldChg chg="addSp modSp add mod">
        <pc:chgData name="Craig West" userId="8d53fe141fb0f703" providerId="LiveId" clId="{2D0724BB-B4CC-4DD7-8E2A-6053C969D57B}" dt="2025-09-01T06:16:59.051" v="140" actId="1076"/>
        <pc:sldMkLst>
          <pc:docMk/>
          <pc:sldMk cId="1963721843" sldId="289"/>
        </pc:sldMkLst>
        <pc:spChg chg="mod">
          <ac:chgData name="Craig West" userId="8d53fe141fb0f703" providerId="LiveId" clId="{2D0724BB-B4CC-4DD7-8E2A-6053C969D57B}" dt="2025-09-01T06:14:10.983" v="106" actId="6549"/>
          <ac:spMkLst>
            <pc:docMk/>
            <pc:sldMk cId="1963721843" sldId="289"/>
            <ac:spMk id="3" creationId="{6DE91604-D9B5-E437-CC1A-AA6836D7FBDB}"/>
          </ac:spMkLst>
        </pc:spChg>
        <pc:spChg chg="add mod">
          <ac:chgData name="Craig West" userId="8d53fe141fb0f703" providerId="LiveId" clId="{2D0724BB-B4CC-4DD7-8E2A-6053C969D57B}" dt="2025-09-01T06:16:59.051" v="140" actId="1076"/>
          <ac:spMkLst>
            <pc:docMk/>
            <pc:sldMk cId="1963721843" sldId="289"/>
            <ac:spMk id="6" creationId="{AF571150-50D6-DBAC-508E-95157935EFA8}"/>
          </ac:spMkLst>
        </pc:spChg>
        <pc:picChg chg="add mod">
          <ac:chgData name="Craig West" userId="8d53fe141fb0f703" providerId="LiveId" clId="{2D0724BB-B4CC-4DD7-8E2A-6053C969D57B}" dt="2025-09-01T06:15:58.841" v="112" actId="14100"/>
          <ac:picMkLst>
            <pc:docMk/>
            <pc:sldMk cId="1963721843" sldId="289"/>
            <ac:picMk id="5" creationId="{DA6CAE77-CE52-0982-3169-9D57CB095BCF}"/>
          </ac:picMkLst>
        </pc:picChg>
      </pc:sldChg>
    </pc:docChg>
  </pc:docChgLst>
  <pc:docChgLst>
    <pc:chgData name="Craig West" userId="8d53fe141fb0f703" providerId="LiveId" clId="{BA77645B-515A-4B44-A045-9B2AC5CAAC16}"/>
    <pc:docChg chg="undo custSel addSld delSld modSld sldOrd">
      <pc:chgData name="Craig West" userId="8d53fe141fb0f703" providerId="LiveId" clId="{BA77645B-515A-4B44-A045-9B2AC5CAAC16}" dt="2025-08-29T11:01:36.915" v="1424" actId="20577"/>
      <pc:docMkLst>
        <pc:docMk/>
      </pc:docMkLst>
      <pc:sldChg chg="modSp">
        <pc:chgData name="Craig West" userId="8d53fe141fb0f703" providerId="LiveId" clId="{BA77645B-515A-4B44-A045-9B2AC5CAAC16}" dt="2025-08-28T07:59:54.740" v="591" actId="14826"/>
        <pc:sldMkLst>
          <pc:docMk/>
          <pc:sldMk cId="364032949" sldId="257"/>
        </pc:sldMkLst>
        <pc:picChg chg="mod">
          <ac:chgData name="Craig West" userId="8d53fe141fb0f703" providerId="LiveId" clId="{BA77645B-515A-4B44-A045-9B2AC5CAAC16}" dt="2025-08-28T07:59:54.740" v="591" actId="14826"/>
          <ac:picMkLst>
            <pc:docMk/>
            <pc:sldMk cId="364032949" sldId="257"/>
            <ac:picMk id="7" creationId="{C3A413D5-91FF-176F-D188-6D08F0B88187}"/>
          </ac:picMkLst>
        </pc:picChg>
      </pc:sldChg>
      <pc:sldChg chg="modSp mod">
        <pc:chgData name="Craig West" userId="8d53fe141fb0f703" providerId="LiveId" clId="{BA77645B-515A-4B44-A045-9B2AC5CAAC16}" dt="2025-08-28T07:14:14.595" v="542" actId="20577"/>
        <pc:sldMkLst>
          <pc:docMk/>
          <pc:sldMk cId="269013049" sldId="264"/>
        </pc:sldMkLst>
        <pc:spChg chg="mod">
          <ac:chgData name="Craig West" userId="8d53fe141fb0f703" providerId="LiveId" clId="{BA77645B-515A-4B44-A045-9B2AC5CAAC16}" dt="2025-08-28T07:14:14.595" v="542" actId="20577"/>
          <ac:spMkLst>
            <pc:docMk/>
            <pc:sldMk cId="269013049" sldId="264"/>
            <ac:spMk id="3" creationId="{8ED8F4FE-0FC2-94FC-9560-4EB76E38ACCF}"/>
          </ac:spMkLst>
        </pc:spChg>
      </pc:sldChg>
      <pc:sldChg chg="modSp mod">
        <pc:chgData name="Craig West" userId="8d53fe141fb0f703" providerId="LiveId" clId="{BA77645B-515A-4B44-A045-9B2AC5CAAC16}" dt="2025-08-29T11:01:36.915" v="1424" actId="20577"/>
        <pc:sldMkLst>
          <pc:docMk/>
          <pc:sldMk cId="3644887355" sldId="283"/>
        </pc:sldMkLst>
        <pc:spChg chg="mod">
          <ac:chgData name="Craig West" userId="8d53fe141fb0f703" providerId="LiveId" clId="{BA77645B-515A-4B44-A045-9B2AC5CAAC16}" dt="2025-08-29T11:01:36.915" v="1424" actId="20577"/>
          <ac:spMkLst>
            <pc:docMk/>
            <pc:sldMk cId="3644887355" sldId="283"/>
            <ac:spMk id="3" creationId="{01ECBE29-30D4-8D5B-1CB7-8662811D08DD}"/>
          </ac:spMkLst>
        </pc:spChg>
      </pc:sldChg>
      <pc:sldChg chg="modSp mod">
        <pc:chgData name="Craig West" userId="8d53fe141fb0f703" providerId="LiveId" clId="{BA77645B-515A-4B44-A045-9B2AC5CAAC16}" dt="2025-08-28T07:11:29.070" v="196" actId="21"/>
        <pc:sldMkLst>
          <pc:docMk/>
          <pc:sldMk cId="2551899761" sldId="284"/>
        </pc:sldMkLst>
        <pc:spChg chg="mod">
          <ac:chgData name="Craig West" userId="8d53fe141fb0f703" providerId="LiveId" clId="{BA77645B-515A-4B44-A045-9B2AC5CAAC16}" dt="2025-08-28T07:10:43.540" v="179" actId="20577"/>
          <ac:spMkLst>
            <pc:docMk/>
            <pc:sldMk cId="2551899761" sldId="284"/>
            <ac:spMk id="2" creationId="{2F194FC0-BEFF-A91F-13F1-D48D169B398B}"/>
          </ac:spMkLst>
        </pc:spChg>
        <pc:spChg chg="mod">
          <ac:chgData name="Craig West" userId="8d53fe141fb0f703" providerId="LiveId" clId="{BA77645B-515A-4B44-A045-9B2AC5CAAC16}" dt="2025-08-28T07:11:29.070" v="196" actId="21"/>
          <ac:spMkLst>
            <pc:docMk/>
            <pc:sldMk cId="2551899761" sldId="284"/>
            <ac:spMk id="3" creationId="{CF986BF2-BAD2-469E-5AFC-FBE27862889A}"/>
          </ac:spMkLst>
        </pc:spChg>
      </pc:sldChg>
      <pc:sldChg chg="modSp mod">
        <pc:chgData name="Craig West" userId="8d53fe141fb0f703" providerId="LiveId" clId="{BA77645B-515A-4B44-A045-9B2AC5CAAC16}" dt="2025-08-28T07:30:36.766" v="590" actId="403"/>
        <pc:sldMkLst>
          <pc:docMk/>
          <pc:sldMk cId="1393936898" sldId="285"/>
        </pc:sldMkLst>
        <pc:spChg chg="mod">
          <ac:chgData name="Craig West" userId="8d53fe141fb0f703" providerId="LiveId" clId="{BA77645B-515A-4B44-A045-9B2AC5CAAC16}" dt="2025-08-28T07:30:36.766" v="590" actId="403"/>
          <ac:spMkLst>
            <pc:docMk/>
            <pc:sldMk cId="1393936898" sldId="285"/>
            <ac:spMk id="6" creationId="{00CA9450-E002-D5D5-E96F-FB1BB1E25F92}"/>
          </ac:spMkLst>
        </pc:spChg>
      </pc:sldChg>
      <pc:sldChg chg="modSp">
        <pc:chgData name="Craig West" userId="8d53fe141fb0f703" providerId="LiveId" clId="{BA77645B-515A-4B44-A045-9B2AC5CAAC16}" dt="2025-08-28T08:00:05.981" v="592" actId="14826"/>
        <pc:sldMkLst>
          <pc:docMk/>
          <pc:sldMk cId="1349075880" sldId="286"/>
        </pc:sldMkLst>
        <pc:picChg chg="mod">
          <ac:chgData name="Craig West" userId="8d53fe141fb0f703" providerId="LiveId" clId="{BA77645B-515A-4B44-A045-9B2AC5CAAC16}" dt="2025-08-28T08:00:05.981" v="592" actId="14826"/>
          <ac:picMkLst>
            <pc:docMk/>
            <pc:sldMk cId="1349075880" sldId="286"/>
            <ac:picMk id="4" creationId="{1D479101-E8FD-13D3-116C-FF2394CC9C4F}"/>
          </ac:picMkLst>
        </pc:picChg>
      </pc:sldChg>
      <pc:sldChg chg="modSp add mod ord">
        <pc:chgData name="Craig West" userId="8d53fe141fb0f703" providerId="LiveId" clId="{BA77645B-515A-4B44-A045-9B2AC5CAAC16}" dt="2025-08-28T07:11:43.875" v="201" actId="114"/>
        <pc:sldMkLst>
          <pc:docMk/>
          <pc:sldMk cId="3305599937" sldId="287"/>
        </pc:sldMkLst>
        <pc:spChg chg="mod">
          <ac:chgData name="Craig West" userId="8d53fe141fb0f703" providerId="LiveId" clId="{BA77645B-515A-4B44-A045-9B2AC5CAAC16}" dt="2025-08-28T07:08:51.030" v="18" actId="20577"/>
          <ac:spMkLst>
            <pc:docMk/>
            <pc:sldMk cId="3305599937" sldId="287"/>
            <ac:spMk id="2" creationId="{17F2B0CC-EE48-6084-A4EA-5B5D152A8A2B}"/>
          </ac:spMkLst>
        </pc:spChg>
        <pc:spChg chg="mod">
          <ac:chgData name="Craig West" userId="8d53fe141fb0f703" providerId="LiveId" clId="{BA77645B-515A-4B44-A045-9B2AC5CAAC16}" dt="2025-08-28T07:11:43.875" v="201" actId="114"/>
          <ac:spMkLst>
            <pc:docMk/>
            <pc:sldMk cId="3305599937" sldId="287"/>
            <ac:spMk id="3" creationId="{02C99520-102A-F40A-3D72-928418B9CD25}"/>
          </ac:spMkLst>
        </pc:spChg>
      </pc:sldChg>
      <pc:sldChg chg="delSp modSp add mod ord">
        <pc:chgData name="Craig West" userId="8d53fe141fb0f703" providerId="LiveId" clId="{BA77645B-515A-4B44-A045-9B2AC5CAAC16}" dt="2025-08-29T11:01:31.991" v="1417"/>
        <pc:sldMkLst>
          <pc:docMk/>
          <pc:sldMk cId="3490366635" sldId="288"/>
        </pc:sldMkLst>
        <pc:spChg chg="mod">
          <ac:chgData name="Craig West" userId="8d53fe141fb0f703" providerId="LiveId" clId="{BA77645B-515A-4B44-A045-9B2AC5CAAC16}" dt="2025-08-29T10:52:08.171" v="606" actId="20577"/>
          <ac:spMkLst>
            <pc:docMk/>
            <pc:sldMk cId="3490366635" sldId="288"/>
            <ac:spMk id="2" creationId="{E3C4E0D4-137A-B10F-EDD6-EB8CCE546E35}"/>
          </ac:spMkLst>
        </pc:spChg>
        <pc:spChg chg="mod">
          <ac:chgData name="Craig West" userId="8d53fe141fb0f703" providerId="LiveId" clId="{BA77645B-515A-4B44-A045-9B2AC5CAAC16}" dt="2025-08-29T11:00:20.343" v="1386" actId="20577"/>
          <ac:spMkLst>
            <pc:docMk/>
            <pc:sldMk cId="3490366635" sldId="288"/>
            <ac:spMk id="3" creationId="{2E817810-F4BA-3F36-1976-2A2D19E8E59A}"/>
          </ac:spMkLst>
        </pc:spChg>
        <pc:picChg chg="mod">
          <ac:chgData name="Craig West" userId="8d53fe141fb0f703" providerId="LiveId" clId="{BA77645B-515A-4B44-A045-9B2AC5CAAC16}" dt="2025-08-29T10:59:59.467" v="1339" actId="1076"/>
          <ac:picMkLst>
            <pc:docMk/>
            <pc:sldMk cId="3490366635" sldId="288"/>
            <ac:picMk id="5" creationId="{F0137C98-0E4A-5B59-7D0E-945CDD60B00B}"/>
          </ac:picMkLst>
        </pc:picChg>
      </pc:sldChg>
      <pc:sldChg chg="add del">
        <pc:chgData name="Craig West" userId="8d53fe141fb0f703" providerId="LiveId" clId="{BA77645B-515A-4B44-A045-9B2AC5CAAC16}" dt="2025-08-28T07:30:06.692" v="544" actId="2890"/>
        <pc:sldMkLst>
          <pc:docMk/>
          <pc:sldMk cId="4268346297" sldId="288"/>
        </pc:sldMkLst>
      </pc:sldChg>
    </pc:docChg>
  </pc:docChgLst>
  <pc:docChgLst>
    <pc:chgData name="Craig West" userId="8d53fe141fb0f703" providerId="LiveId" clId="{BC8933D9-C2FB-4838-B47D-C52134196B4F}"/>
    <pc:docChg chg="undo custSel modSld sldOrd">
      <pc:chgData name="Craig West" userId="8d53fe141fb0f703" providerId="LiveId" clId="{BC8933D9-C2FB-4838-B47D-C52134196B4F}" dt="2025-08-30T15:32:03.310" v="238" actId="20577"/>
      <pc:docMkLst>
        <pc:docMk/>
      </pc:docMkLst>
      <pc:sldChg chg="addSp delSp modSp mod setBg setClrOvrMap">
        <pc:chgData name="Craig West" userId="8d53fe141fb0f703" providerId="LiveId" clId="{BC8933D9-C2FB-4838-B47D-C52134196B4F}" dt="2025-08-29T11:17:13.446" v="65" actId="26606"/>
        <pc:sldMkLst>
          <pc:docMk/>
          <pc:sldMk cId="2700586660" sldId="262"/>
        </pc:sldMkLst>
        <pc:spChg chg="mod ord">
          <ac:chgData name="Craig West" userId="8d53fe141fb0f703" providerId="LiveId" clId="{BC8933D9-C2FB-4838-B47D-C52134196B4F}" dt="2025-08-29T11:17:13.446" v="65" actId="26606"/>
          <ac:spMkLst>
            <pc:docMk/>
            <pc:sldMk cId="2700586660" sldId="262"/>
            <ac:spMk id="2" creationId="{36969965-CBD5-3274-6734-01C0F3F1DE75}"/>
          </ac:spMkLst>
        </pc:spChg>
        <pc:spChg chg="mod ord">
          <ac:chgData name="Craig West" userId="8d53fe141fb0f703" providerId="LiveId" clId="{BC8933D9-C2FB-4838-B47D-C52134196B4F}" dt="2025-08-29T11:17:13.446" v="65" actId="26606"/>
          <ac:spMkLst>
            <pc:docMk/>
            <pc:sldMk cId="2700586660" sldId="262"/>
            <ac:spMk id="3" creationId="{FA6ED4D5-40EE-1AD6-45EB-5319021B107B}"/>
          </ac:spMkLst>
        </pc:spChg>
        <pc:picChg chg="mod">
          <ac:chgData name="Craig West" userId="8d53fe141fb0f703" providerId="LiveId" clId="{BC8933D9-C2FB-4838-B47D-C52134196B4F}" dt="2025-08-29T11:17:13.446" v="65" actId="26606"/>
          <ac:picMkLst>
            <pc:docMk/>
            <pc:sldMk cId="2700586660" sldId="262"/>
            <ac:picMk id="5" creationId="{F3C50833-41C6-6D1F-F30A-524D489332FD}"/>
          </ac:picMkLst>
        </pc:picChg>
        <pc:picChg chg="mod">
          <ac:chgData name="Craig West" userId="8d53fe141fb0f703" providerId="LiveId" clId="{BC8933D9-C2FB-4838-B47D-C52134196B4F}" dt="2025-08-29T11:17:13.446" v="65" actId="26606"/>
          <ac:picMkLst>
            <pc:docMk/>
            <pc:sldMk cId="2700586660" sldId="262"/>
            <ac:picMk id="6" creationId="{7D83FFC6-2FA8-C2C7-700A-439FA99538C8}"/>
          </ac:picMkLst>
        </pc:picChg>
        <pc:picChg chg="mod">
          <ac:chgData name="Craig West" userId="8d53fe141fb0f703" providerId="LiveId" clId="{BC8933D9-C2FB-4838-B47D-C52134196B4F}" dt="2025-08-29T11:17:13.446" v="65" actId="26606"/>
          <ac:picMkLst>
            <pc:docMk/>
            <pc:sldMk cId="2700586660" sldId="262"/>
            <ac:picMk id="7" creationId="{C72068A3-9DA4-4572-DE52-739BD2F63608}"/>
          </ac:picMkLst>
        </pc:picChg>
        <pc:picChg chg="mod ord">
          <ac:chgData name="Craig West" userId="8d53fe141fb0f703" providerId="LiveId" clId="{BC8933D9-C2FB-4838-B47D-C52134196B4F}" dt="2025-08-29T11:17:13.446" v="65" actId="26606"/>
          <ac:picMkLst>
            <pc:docMk/>
            <pc:sldMk cId="2700586660" sldId="262"/>
            <ac:picMk id="9" creationId="{D9040783-80F7-1202-94D3-180CF27290FA}"/>
          </ac:picMkLst>
        </pc:picChg>
        <pc:picChg chg="mod ord">
          <ac:chgData name="Craig West" userId="8d53fe141fb0f703" providerId="LiveId" clId="{BC8933D9-C2FB-4838-B47D-C52134196B4F}" dt="2025-08-29T11:17:13.446" v="65" actId="26606"/>
          <ac:picMkLst>
            <pc:docMk/>
            <pc:sldMk cId="2700586660" sldId="262"/>
            <ac:picMk id="11" creationId="{2DCAABF9-7D6A-30DB-DFA8-35DA30991B03}"/>
          </ac:picMkLst>
        </pc:picChg>
        <pc:picChg chg="mod">
          <ac:chgData name="Craig West" userId="8d53fe141fb0f703" providerId="LiveId" clId="{BC8933D9-C2FB-4838-B47D-C52134196B4F}" dt="2025-08-29T11:17:13.446" v="65" actId="26606"/>
          <ac:picMkLst>
            <pc:docMk/>
            <pc:sldMk cId="2700586660" sldId="262"/>
            <ac:picMk id="13" creationId="{6AD9A928-8A3F-EBB4-94C3-AF298183888F}"/>
          </ac:picMkLst>
        </pc:picChg>
      </pc:sldChg>
      <pc:sldChg chg="addSp modSp mod">
        <pc:chgData name="Craig West" userId="8d53fe141fb0f703" providerId="LiveId" clId="{BC8933D9-C2FB-4838-B47D-C52134196B4F}" dt="2025-08-29T11:21:37.371" v="188" actId="255"/>
        <pc:sldMkLst>
          <pc:docMk/>
          <pc:sldMk cId="988705094" sldId="266"/>
        </pc:sldMkLst>
        <pc:spChg chg="add mod">
          <ac:chgData name="Craig West" userId="8d53fe141fb0f703" providerId="LiveId" clId="{BC8933D9-C2FB-4838-B47D-C52134196B4F}" dt="2025-08-29T11:21:37.371" v="188" actId="255"/>
          <ac:spMkLst>
            <pc:docMk/>
            <pc:sldMk cId="988705094" sldId="266"/>
            <ac:spMk id="3" creationId="{B09014E3-FCA2-D8C8-C6A2-127E18ED02B5}"/>
          </ac:spMkLst>
        </pc:spChg>
        <pc:picChg chg="mod">
          <ac:chgData name="Craig West" userId="8d53fe141fb0f703" providerId="LiveId" clId="{BC8933D9-C2FB-4838-B47D-C52134196B4F}" dt="2025-08-29T11:21:20.647" v="184" actId="1076"/>
          <ac:picMkLst>
            <pc:docMk/>
            <pc:sldMk cId="988705094" sldId="266"/>
            <ac:picMk id="4" creationId="{C05A1683-F503-D79D-B919-D7BBD1D74C83}"/>
          </ac:picMkLst>
        </pc:picChg>
      </pc:sldChg>
      <pc:sldChg chg="modSp mod">
        <pc:chgData name="Craig West" userId="8d53fe141fb0f703" providerId="LiveId" clId="{BC8933D9-C2FB-4838-B47D-C52134196B4F}" dt="2025-08-29T11:22:03.465" v="197" actId="313"/>
        <pc:sldMkLst>
          <pc:docMk/>
          <pc:sldMk cId="2854764619" sldId="270"/>
        </pc:sldMkLst>
        <pc:spChg chg="mod">
          <ac:chgData name="Craig West" userId="8d53fe141fb0f703" providerId="LiveId" clId="{BC8933D9-C2FB-4838-B47D-C52134196B4F}" dt="2025-08-29T11:22:03.465" v="197" actId="313"/>
          <ac:spMkLst>
            <pc:docMk/>
            <pc:sldMk cId="2854764619" sldId="270"/>
            <ac:spMk id="2" creationId="{9AE93777-B841-1FE9-B5E3-7E294CD7B927}"/>
          </ac:spMkLst>
        </pc:spChg>
      </pc:sldChg>
      <pc:sldChg chg="ord">
        <pc:chgData name="Craig West" userId="8d53fe141fb0f703" providerId="LiveId" clId="{BC8933D9-C2FB-4838-B47D-C52134196B4F}" dt="2025-08-30T15:29:32.330" v="235"/>
        <pc:sldMkLst>
          <pc:docMk/>
          <pc:sldMk cId="3279871281" sldId="280"/>
        </pc:sldMkLst>
      </pc:sldChg>
      <pc:sldChg chg="modSp mod">
        <pc:chgData name="Craig West" userId="8d53fe141fb0f703" providerId="LiveId" clId="{BC8933D9-C2FB-4838-B47D-C52134196B4F}" dt="2025-08-30T15:29:15.226" v="231" actId="20577"/>
        <pc:sldMkLst>
          <pc:docMk/>
          <pc:sldMk cId="3644887355" sldId="283"/>
        </pc:sldMkLst>
        <pc:spChg chg="mod">
          <ac:chgData name="Craig West" userId="8d53fe141fb0f703" providerId="LiveId" clId="{BC8933D9-C2FB-4838-B47D-C52134196B4F}" dt="2025-08-30T15:29:15.226" v="231" actId="20577"/>
          <ac:spMkLst>
            <pc:docMk/>
            <pc:sldMk cId="3644887355" sldId="283"/>
            <ac:spMk id="3" creationId="{01ECBE29-30D4-8D5B-1CB7-8662811D08DD}"/>
          </ac:spMkLst>
        </pc:spChg>
      </pc:sldChg>
      <pc:sldChg chg="ord">
        <pc:chgData name="Craig West" userId="8d53fe141fb0f703" providerId="LiveId" clId="{BC8933D9-C2FB-4838-B47D-C52134196B4F}" dt="2025-08-30T15:29:24.215" v="233"/>
        <pc:sldMkLst>
          <pc:docMk/>
          <pc:sldMk cId="2551899761" sldId="284"/>
        </pc:sldMkLst>
      </pc:sldChg>
      <pc:sldChg chg="modSp mod">
        <pc:chgData name="Craig West" userId="8d53fe141fb0f703" providerId="LiveId" clId="{BC8933D9-C2FB-4838-B47D-C52134196B4F}" dt="2025-08-30T15:32:03.310" v="238" actId="20577"/>
        <pc:sldMkLst>
          <pc:docMk/>
          <pc:sldMk cId="1393936898" sldId="285"/>
        </pc:sldMkLst>
        <pc:spChg chg="mod">
          <ac:chgData name="Craig West" userId="8d53fe141fb0f703" providerId="LiveId" clId="{BC8933D9-C2FB-4838-B47D-C52134196B4F}" dt="2025-08-30T15:32:03.310" v="238" actId="20577"/>
          <ac:spMkLst>
            <pc:docMk/>
            <pc:sldMk cId="1393936898" sldId="285"/>
            <ac:spMk id="2" creationId="{1D99B005-0E86-2311-D1CE-3D89A18E89D4}"/>
          </ac:spMkLst>
        </pc:spChg>
      </pc:sldChg>
      <pc:sldChg chg="modSp mod">
        <pc:chgData name="Craig West" userId="8d53fe141fb0f703" providerId="LiveId" clId="{BC8933D9-C2FB-4838-B47D-C52134196B4F}" dt="2025-08-30T15:27:35.175" v="199" actId="120"/>
        <pc:sldMkLst>
          <pc:docMk/>
          <pc:sldMk cId="3305599937" sldId="287"/>
        </pc:sldMkLst>
        <pc:spChg chg="mod">
          <ac:chgData name="Craig West" userId="8d53fe141fb0f703" providerId="LiveId" clId="{BC8933D9-C2FB-4838-B47D-C52134196B4F}" dt="2025-08-30T15:27:35.175" v="199" actId="120"/>
          <ac:spMkLst>
            <pc:docMk/>
            <pc:sldMk cId="3305599937" sldId="287"/>
            <ac:spMk id="3" creationId="{02C99520-102A-F40A-3D72-928418B9CD25}"/>
          </ac:spMkLst>
        </pc:spChg>
      </pc:sldChg>
      <pc:sldChg chg="modSp mod">
        <pc:chgData name="Craig West" userId="8d53fe141fb0f703" providerId="LiveId" clId="{BC8933D9-C2FB-4838-B47D-C52134196B4F}" dt="2025-08-30T15:28:18.091" v="212" actId="20577"/>
        <pc:sldMkLst>
          <pc:docMk/>
          <pc:sldMk cId="3490366635" sldId="288"/>
        </pc:sldMkLst>
        <pc:spChg chg="mod">
          <ac:chgData name="Craig West" userId="8d53fe141fb0f703" providerId="LiveId" clId="{BC8933D9-C2FB-4838-B47D-C52134196B4F}" dt="2025-08-30T15:28:18.091" v="212" actId="20577"/>
          <ac:spMkLst>
            <pc:docMk/>
            <pc:sldMk cId="3490366635" sldId="288"/>
            <ac:spMk id="3" creationId="{2E817810-F4BA-3F36-1976-2A2D19E8E5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EBE36-D452-49B2-BC5E-F25DDEF20ED3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A44AA-8EC2-41D9-A3D3-17850C1F9C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4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A44AA-8EC2-41D9-A3D3-17850C1F9C4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4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441D-C48A-EAEF-C81C-A8436A666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90243-B3F6-EB2E-31F9-22051F8B8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049C5-0E4F-9E60-7B47-BBB40AE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0D28-C6ED-1568-F8AF-3FFA865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7B145-53CC-3B1D-015F-B17A59CC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6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8941-8402-9FA5-6CAA-6FBDAF79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6C27-4CB8-F13D-040F-A734CF7D3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461A-FBA5-164D-F4D8-EEFF7665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F070-1C89-053C-F77D-8F749F06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8C556-DEDF-1889-A606-5B4AED56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5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E82CE-CE86-501D-D574-EAD49A14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02754-4D74-3776-BD68-41D984B3F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5F6EC-49F9-4525-C22A-15DE545F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E6EBF-C6DF-14B3-2F27-56BD51A9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E9B6B-1B7E-5C71-AB60-E65FF643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04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9B18-F254-EE52-9926-04C2F393A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8B536-B9A1-852F-350E-22A590687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F50BC-551E-40EA-83F4-5543F996A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4A376-9215-F411-5C25-7769A986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36E61-1D23-33AD-5399-91F8B16C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E90AB-BA98-5EF4-1D6D-0765E4CC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25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F011-D64D-090C-079F-89425C85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502D-4955-FDA4-3A6D-DF8A78384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7B6FF-3C06-3FE1-A4E2-919C5FD1F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83819-8EA2-7FCC-A3B2-6167CC6EE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9F454-E36C-9D63-FF02-109B27525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BB636-3CFC-80A3-B778-D327ECCB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3A3C15-8C7D-CDE8-BB53-C18E078A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19C6D5-A43B-3F7D-2C39-5AC71192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832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B1E6-B11B-73B5-44BD-A1B55449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EE820-462E-3882-2FB8-BD8C66B6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661C54-F33D-8002-442C-77B0A828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2F52C-7267-5988-077E-F89EAD29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9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254D5-4248-E9AB-B909-7EE411388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C93759-FC42-D9A9-6AEF-E3F23A10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667ED-3667-39A4-5734-9BE60A3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30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73BE0-EA29-5C38-A587-FA74AB2E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D9BFD-494B-F83B-287A-A94D65E05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EF074-F04E-8282-8AEC-189DF0F5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1BFE1-AE60-6DFC-2433-A8F3D071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DEE8E-8218-6F94-2BF2-7A17766E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ED638-11FD-AA1B-1BC4-FE1620DE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3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308D-FDF1-1E2D-63E2-E4E71B11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146BF-5314-23ED-5D37-98EB4F4AF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35A6-08E9-62E2-FC17-0528F6126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ABBC-6369-E192-9B29-CAD2DA9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6A36D-7668-2AA5-EA45-0059BE8E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7D1F9-75B6-4D84-0A59-34F94D74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06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AA11-65D8-ADB6-8A49-C20D82A8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8F60C-B9BC-E6AD-B22B-EC6198CDF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7FCFC-DC56-E823-8D98-00A7E7FA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49225-10F7-DE8B-5506-69149BB8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D5F7-EE72-95F9-E215-2760F715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2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E90A7-10A5-EB91-C4A4-E9710B5B7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F12AB-D2FD-BF8F-78B9-D73C25074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604CE-3906-0838-B1C1-D5D3F5B3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DD754-CAB9-A4E0-8283-D0CB956D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CAFC-0AC4-DE2E-2973-FA47D1F8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5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A687E-E14D-5B06-488A-4DAC5404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2B3DC-1FFC-7596-6D00-12C5081D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B98D-A2B3-C56E-D0EB-5EF295B23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02A21-FE86-45F5-9B8B-75D343822DB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AF6E5-AEA1-0818-5E83-CC0E17BBC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8594-1EB3-2176-4D4B-E66BE62EF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9E74C-A37F-4000-8844-490BE41675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7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cpservers.org/servers/modelcontextprotocol/fet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adkol/crm-data-agent/blob/main/src/agents/data_agent/prompts/crm_business_analyst.py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2-AJszogj7Y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valuating-ai-agent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2188-6D11-9393-FF28-09CC4D2E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Breaking Black Box - Evals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217B-6C60-689B-D97F-62DAE026B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/>
          <a:lstStyle/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https://evaluating-ai-agents.com/</a:t>
            </a:r>
          </a:p>
          <a:p>
            <a:r>
              <a:rPr lang="en-GB" dirty="0">
                <a:solidFill>
                  <a:srgbClr val="3A3A3A"/>
                </a:solidFill>
              </a:rPr>
              <a:t>Contains links for slides and eval-framework</a:t>
            </a:r>
          </a:p>
          <a:p>
            <a:r>
              <a:rPr lang="en-GB" dirty="0">
                <a:solidFill>
                  <a:srgbClr val="3A3A3A"/>
                </a:solidFill>
              </a:rPr>
              <a:t>Everything in this talk is included</a:t>
            </a:r>
          </a:p>
        </p:txBody>
      </p:sp>
      <p:pic>
        <p:nvPicPr>
          <p:cNvPr id="5" name="Picture 4" descr="A person in a vest&#10;&#10;AI-generated content may be incorrect.">
            <a:extLst>
              <a:ext uri="{FF2B5EF4-FFF2-40B4-BE49-F238E27FC236}">
                <a16:creationId xmlns:a16="http://schemas.microsoft.com/office/drawing/2014/main" id="{C5699462-BEF0-2C2F-B977-80AD8BEDB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335" y="905871"/>
            <a:ext cx="2309351" cy="2007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413D5-91FF-176F-D188-6D08F0B88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6882" y="3006161"/>
            <a:ext cx="3408032" cy="340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2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57D8D-75A6-7D51-8D6A-0577ACB9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B0CC-EE48-6084-A4EA-5B5D152A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My desired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99520-102A-F40A-3D72-928418B9C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lnSpc>
                <a:spcPts val="4500"/>
              </a:lnSpc>
              <a:buNone/>
            </a:pPr>
            <a:r>
              <a:rPr lang="en-GB" sz="4000" dirty="0"/>
              <a:t>Not for you to fully understand Evals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4000" i="1" dirty="0"/>
              <a:t>But…</a:t>
            </a:r>
          </a:p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That Evals are doable</a:t>
            </a:r>
          </a:p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There are useful resources available for you</a:t>
            </a:r>
          </a:p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Demystify and simplify what an Agent is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3600" dirty="0"/>
              <a:t>There will be some slides and then we will dive into the code and manual (website).</a:t>
            </a:r>
          </a:p>
          <a:p>
            <a:pPr marL="0" indent="0" algn="ctr">
              <a:lnSpc>
                <a:spcPts val="4500"/>
              </a:lnSpc>
              <a:buNone/>
            </a:pPr>
            <a:endParaRPr lang="en-GB" sz="3600" i="1" dirty="0"/>
          </a:p>
        </p:txBody>
      </p:sp>
    </p:spTree>
    <p:extLst>
      <p:ext uri="{BB962C8B-B14F-4D97-AF65-F5344CB8AC3E}">
        <p14:creationId xmlns:p14="http://schemas.microsoft.com/office/powerpoint/2010/main" val="330559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CAD92-64A2-9E64-259C-D0FEF3A00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9965-CBD5-3274-6734-01C0F3F1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>
                <a:solidFill>
                  <a:srgbClr val="676767"/>
                </a:solidFill>
              </a:rPr>
              <a:t>About me</a:t>
            </a:r>
            <a:endParaRPr lang="en-GB" dirty="0">
              <a:solidFill>
                <a:srgbClr val="67676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D4D5-40EE-1AD6-45EB-5319021B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56" y="1306963"/>
            <a:ext cx="10596715" cy="5013125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 close-up of a machine&#10;&#10;AI-generated content may be incorrect.">
            <a:extLst>
              <a:ext uri="{FF2B5EF4-FFF2-40B4-BE49-F238E27FC236}">
                <a16:creationId xmlns:a16="http://schemas.microsoft.com/office/drawing/2014/main" id="{F3C50833-41C6-6D1F-F30A-524D48933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584" y="1248913"/>
            <a:ext cx="3689634" cy="2767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068A3-9DA4-4572-DE52-739BD2F63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2947" y="1337937"/>
            <a:ext cx="1717803" cy="2742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040783-80F7-1202-94D3-180CF27290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1733" y="1367823"/>
            <a:ext cx="2023867" cy="26830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CAABF9-7D6A-30DB-DFA8-35DA30991B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8949" y="4111886"/>
            <a:ext cx="6417269" cy="25554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D9A928-8A3F-EBB4-94C3-AF29818388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314" y="1306963"/>
            <a:ext cx="2782886" cy="2782886"/>
          </a:xfrm>
          <a:prstGeom prst="rect">
            <a:avLst/>
          </a:prstGeom>
        </p:spPr>
      </p:pic>
      <p:pic>
        <p:nvPicPr>
          <p:cNvPr id="6" name="Picture 5" descr="A map with a blue line&#10;&#10;AI-generated content may be incorrect.">
            <a:extLst>
              <a:ext uri="{FF2B5EF4-FFF2-40B4-BE49-F238E27FC236}">
                <a16:creationId xmlns:a16="http://schemas.microsoft.com/office/drawing/2014/main" id="{7D83FFC6-2FA8-C2C7-700A-439FA99538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4" y="4187833"/>
            <a:ext cx="3223615" cy="247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8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D44DC-78C1-207C-6AC9-57C5DA65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EDE6-5DB6-48C0-F0EC-A18A20443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Why Evals?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BE29-30D4-8D5B-1CB7-8662811D0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GB" sz="4000" dirty="0"/>
              <a:t>Ensure TRUST and CAPABILITIES of our AGENTS so that somebody will pay for them.</a:t>
            </a:r>
          </a:p>
          <a:p>
            <a:pPr marL="0" indent="0">
              <a:lnSpc>
                <a:spcPts val="4500"/>
              </a:lnSpc>
              <a:buNone/>
            </a:pPr>
            <a:endParaRPr lang="en-GB" sz="4000" dirty="0"/>
          </a:p>
          <a:p>
            <a:pPr marL="0" indent="0">
              <a:lnSpc>
                <a:spcPts val="4500"/>
              </a:lnSpc>
              <a:buNone/>
            </a:pPr>
            <a:r>
              <a:rPr lang="en-GB" sz="3600" i="1" dirty="0"/>
              <a:t>Would you pay for a substandard product?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3600" i="1" dirty="0"/>
              <a:t>Excellence in an evaluator will rub off on developer prompt code.</a:t>
            </a:r>
          </a:p>
          <a:p>
            <a:pPr marL="0" indent="0">
              <a:lnSpc>
                <a:spcPts val="4500"/>
              </a:lnSpc>
              <a:buNone/>
            </a:pPr>
            <a:r>
              <a:rPr lang="en-GB" sz="3600" i="1" dirty="0"/>
              <a:t>Can we save £ if we use </a:t>
            </a:r>
            <a:r>
              <a:rPr lang="en-GB" sz="3600" i="1"/>
              <a:t>a different LLM?</a:t>
            </a:r>
            <a:endParaRPr lang="en-GB" sz="3600" i="1" dirty="0"/>
          </a:p>
          <a:p>
            <a:pPr marL="0" indent="0" algn="ctr">
              <a:lnSpc>
                <a:spcPts val="4500"/>
              </a:lnSpc>
              <a:buNone/>
            </a:pPr>
            <a:endParaRPr lang="en-GB" sz="3600" i="1" dirty="0"/>
          </a:p>
        </p:txBody>
      </p:sp>
    </p:spTree>
    <p:extLst>
      <p:ext uri="{BB962C8B-B14F-4D97-AF65-F5344CB8AC3E}">
        <p14:creationId xmlns:p14="http://schemas.microsoft.com/office/powerpoint/2010/main" val="364488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3791B-8DEA-52AA-EE90-B39E7103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80D4-47D2-5718-8DC0-05BF3D23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Model costs</a:t>
            </a:r>
          </a:p>
        </p:txBody>
      </p:sp>
      <p:pic>
        <p:nvPicPr>
          <p:cNvPr id="4" name="Content Placeholder 3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C05A1683-F503-D79D-B919-D7BBD1D74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676" y="1097729"/>
            <a:ext cx="8280444" cy="4850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014E3-FCA2-D8C8-C6A2-127E18ED02B5}"/>
              </a:ext>
            </a:extLst>
          </p:cNvPr>
          <p:cNvSpPr txBox="1"/>
          <p:nvPr/>
        </p:nvSpPr>
        <p:spPr>
          <a:xfrm>
            <a:off x="147484" y="6037006"/>
            <a:ext cx="115725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/>
              <a:t>Cost of a unit of ‘intelligence has dropped ~ 99% in last two years and is 10x a year (anecdotal)</a:t>
            </a:r>
          </a:p>
        </p:txBody>
      </p:sp>
    </p:spTree>
    <p:extLst>
      <p:ext uri="{BB962C8B-B14F-4D97-AF65-F5344CB8AC3E}">
        <p14:creationId xmlns:p14="http://schemas.microsoft.com/office/powerpoint/2010/main" val="98870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054C6-8917-D20E-D273-8120BC3DC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38D0-41FE-8EF6-B85D-AD4F3313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When to use Evals?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1604-D9B5-E437-CC1A-AA6836D7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GB" sz="3600" i="1" dirty="0"/>
              <a:t>.</a:t>
            </a:r>
          </a:p>
        </p:txBody>
      </p:sp>
      <p:pic>
        <p:nvPicPr>
          <p:cNvPr id="5" name="Picture 4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DA6CAE77-CE52-0982-3169-9D57CB095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51" y="1238865"/>
            <a:ext cx="7814286" cy="5080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571150-50D6-DBAC-508E-95157935EFA8}"/>
              </a:ext>
            </a:extLst>
          </p:cNvPr>
          <p:cNvSpPr txBox="1"/>
          <p:nvPr/>
        </p:nvSpPr>
        <p:spPr>
          <a:xfrm>
            <a:off x="8932674" y="2690336"/>
            <a:ext cx="2682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Raza Habib is the CEO and Cofounder of Humanloop</a:t>
            </a:r>
          </a:p>
          <a:p>
            <a:endParaRPr lang="en-GB" dirty="0"/>
          </a:p>
          <a:p>
            <a:r>
              <a:rPr lang="en-GB" dirty="0"/>
              <a:t>Acquired by Anthropic</a:t>
            </a:r>
          </a:p>
        </p:txBody>
      </p:sp>
    </p:spTree>
    <p:extLst>
      <p:ext uri="{BB962C8B-B14F-4D97-AF65-F5344CB8AC3E}">
        <p14:creationId xmlns:p14="http://schemas.microsoft.com/office/powerpoint/2010/main" val="196372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7564E-77B5-A1B3-4D8A-5BB5653D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5CE4-27DE-F4A8-F6E6-AB0BFE9E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an AI Agent?</a:t>
            </a:r>
          </a:p>
        </p:txBody>
      </p:sp>
      <p:pic>
        <p:nvPicPr>
          <p:cNvPr id="5" name="Content Placeholder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5945021-DA27-E6E7-4078-598B7B83A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67" y="3621288"/>
            <a:ext cx="7819867" cy="2002649"/>
          </a:xfrm>
          <a:solidFill>
            <a:srgbClr val="FAF0E6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FE6C9-06DD-BD42-AAA1-C250315A7DD0}"/>
              </a:ext>
            </a:extLst>
          </p:cNvPr>
          <p:cNvSpPr txBox="1"/>
          <p:nvPr/>
        </p:nvSpPr>
        <p:spPr>
          <a:xfrm>
            <a:off x="1006867" y="2853273"/>
            <a:ext cx="618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Anthropic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74A54-4BBE-E586-ECF8-9E088A1BAD42}"/>
              </a:ext>
            </a:extLst>
          </p:cNvPr>
          <p:cNvSpPr txBox="1"/>
          <p:nvPr/>
        </p:nvSpPr>
        <p:spPr>
          <a:xfrm>
            <a:off x="1006866" y="1923040"/>
            <a:ext cx="10428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Many definitions and people opt for ‘Agentic Apps’</a:t>
            </a:r>
          </a:p>
        </p:txBody>
      </p:sp>
    </p:spTree>
    <p:extLst>
      <p:ext uri="{BB962C8B-B14F-4D97-AF65-F5344CB8AC3E}">
        <p14:creationId xmlns:p14="http://schemas.microsoft.com/office/powerpoint/2010/main" val="320218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41B23-3D3A-3C9B-88A6-3FD8EB1C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20D4-81FD-4FC2-57D1-F722A524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API</a:t>
            </a:r>
          </a:p>
        </p:txBody>
      </p:sp>
      <p:pic>
        <p:nvPicPr>
          <p:cNvPr id="5" name="Content Placeholder 4">
            <a:hlinkClick r:id="rId3"/>
            <a:extLst>
              <a:ext uri="{FF2B5EF4-FFF2-40B4-BE49-F238E27FC236}">
                <a16:creationId xmlns:a16="http://schemas.microsoft.com/office/drawing/2014/main" id="{28262053-F2FE-0B42-8B58-D4F6DA7A5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542" y="1151739"/>
            <a:ext cx="10499372" cy="5101576"/>
          </a:xfrm>
          <a:solidFill>
            <a:srgbClr val="FAF0E6"/>
          </a:solidFill>
        </p:spPr>
      </p:pic>
    </p:spTree>
    <p:extLst>
      <p:ext uri="{BB962C8B-B14F-4D97-AF65-F5344CB8AC3E}">
        <p14:creationId xmlns:p14="http://schemas.microsoft.com/office/powerpoint/2010/main" val="755290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112AC-AE1E-512F-6403-62CFC187D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4FC0-BEFF-A91F-13F1-D48D169B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But I don’t use Agents!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6BF2-BAD2-469E-5AFC-FBE278628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>
              <a:lnSpc>
                <a:spcPts val="4500"/>
              </a:lnSpc>
            </a:pPr>
            <a:r>
              <a:rPr lang="en-GB" dirty="0"/>
              <a:t>Perhaps not now, but it might be that your app is required to use Natural Language, (text, voice) from the user.</a:t>
            </a:r>
          </a:p>
          <a:p>
            <a:pPr>
              <a:lnSpc>
                <a:spcPts val="4500"/>
              </a:lnSpc>
            </a:pPr>
            <a:r>
              <a:rPr lang="en-GB" dirty="0"/>
              <a:t>You might use or incorporate ready made 3rd party software that is Agentic as in the next slide…Google’s CRM Agent…</a:t>
            </a:r>
          </a:p>
          <a:p>
            <a:pPr>
              <a:lnSpc>
                <a:spcPts val="4500"/>
              </a:lnSpc>
            </a:pPr>
            <a:r>
              <a:rPr lang="en-GB" dirty="0"/>
              <a:t>or use Model Context Protocol/Agent2Agent in your ‘app’</a:t>
            </a:r>
          </a:p>
          <a:p>
            <a:pPr>
              <a:lnSpc>
                <a:spcPts val="4500"/>
              </a:lnSpc>
            </a:pPr>
            <a:r>
              <a:rPr lang="en-GB" dirty="0"/>
              <a:t>It may be helpful to understand what Agents are</a:t>
            </a:r>
          </a:p>
        </p:txBody>
      </p:sp>
    </p:spTree>
    <p:extLst>
      <p:ext uri="{BB962C8B-B14F-4D97-AF65-F5344CB8AC3E}">
        <p14:creationId xmlns:p14="http://schemas.microsoft.com/office/powerpoint/2010/main" val="255189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440AF-DD92-7905-6BC8-EE77381B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E1A2-83B2-14F0-BFEA-86142273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Google CRM Agent</a:t>
            </a:r>
          </a:p>
        </p:txBody>
      </p:sp>
      <p:pic>
        <p:nvPicPr>
          <p:cNvPr id="5" name="Content Placeholder 4" descr="A diagram of a business&#10;&#10;AI-generated content may be incorrect.">
            <a:extLst>
              <a:ext uri="{FF2B5EF4-FFF2-40B4-BE49-F238E27FC236}">
                <a16:creationId xmlns:a16="http://schemas.microsoft.com/office/drawing/2014/main" id="{35C7062D-4D91-6909-2AFE-1BD94FA2B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14" y="1204979"/>
            <a:ext cx="10596563" cy="4870469"/>
          </a:xfrm>
          <a:solidFill>
            <a:srgbClr val="FAF0E6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94F5A6-658B-3303-7ABD-572CD1DE28E5}"/>
              </a:ext>
            </a:extLst>
          </p:cNvPr>
          <p:cNvSpPr txBox="1"/>
          <p:nvPr/>
        </p:nvSpPr>
        <p:spPr>
          <a:xfrm>
            <a:off x="882443" y="6104945"/>
            <a:ext cx="1067030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hlinkClick r:id="rId3"/>
              </a:rPr>
              <a:t>https://github.com/vladkol/crm-data-agent/blob/main/src/agents/data_agent/prompts/crm_business_analyst.py</a:t>
            </a:r>
            <a:endParaRPr lang="en-GB" sz="1600" dirty="0"/>
          </a:p>
          <a:p>
            <a:pPr algn="ctr"/>
            <a:r>
              <a:rPr lang="en-GB" u="sng" dirty="0">
                <a:hlinkClick r:id="rId4"/>
              </a:rPr>
              <a:t>https://www.youtube.com/watch?v=2-AJszogj7Y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987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CA5E2-0CDB-C361-B62D-BAE7C3C3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003C-6A5E-9972-FCE5-6D8AFA78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What is Prompt/Context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F4FE-0FC2-94FC-9560-4EB76E38A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endParaRPr lang="en-GB" dirty="0"/>
          </a:p>
          <a:p>
            <a:pPr>
              <a:lnSpc>
                <a:spcPts val="3000"/>
              </a:lnSpc>
            </a:pPr>
            <a:r>
              <a:rPr lang="en-GB" dirty="0"/>
              <a:t>Prompt Engineering is going out of fashion and people opt for </a:t>
            </a:r>
            <a:r>
              <a:rPr lang="en-GB" i="1" dirty="0"/>
              <a:t>Context Engineering </a:t>
            </a:r>
            <a:r>
              <a:rPr lang="en-GB" dirty="0"/>
              <a:t>and </a:t>
            </a:r>
            <a:r>
              <a:rPr lang="en-GB" i="1" dirty="0"/>
              <a:t>In Context Learning</a:t>
            </a:r>
            <a:r>
              <a:rPr lang="en-GB" dirty="0"/>
              <a:t>.</a:t>
            </a:r>
          </a:p>
          <a:p>
            <a:pPr>
              <a:lnSpc>
                <a:spcPts val="3000"/>
              </a:lnSpc>
            </a:pPr>
            <a:r>
              <a:rPr lang="en-GB" dirty="0"/>
              <a:t>We create a set of instructions and add </a:t>
            </a:r>
            <a:r>
              <a:rPr lang="en-GB" b="1" dirty="0"/>
              <a:t>additional information </a:t>
            </a:r>
            <a:r>
              <a:rPr lang="en-GB" dirty="0"/>
              <a:t>to a request we send to the LLM.</a:t>
            </a:r>
          </a:p>
          <a:p>
            <a:pPr>
              <a:lnSpc>
                <a:spcPts val="3000"/>
              </a:lnSpc>
            </a:pPr>
            <a:r>
              <a:rPr lang="en-GB" dirty="0"/>
              <a:t>We can let LLM know that more context is available if it tells us which of the </a:t>
            </a:r>
            <a:r>
              <a:rPr lang="en-GB" b="1" dirty="0"/>
              <a:t>tools/functions </a:t>
            </a:r>
            <a:r>
              <a:rPr lang="en-GB" dirty="0"/>
              <a:t>we have told it about it wants us to call with </a:t>
            </a:r>
            <a:r>
              <a:rPr lang="en-GB" b="1" dirty="0"/>
              <a:t>arguments</a:t>
            </a:r>
            <a:r>
              <a:rPr lang="en-GB" dirty="0"/>
              <a:t> it has provided – we will run it on our box and send the extra context/information.</a:t>
            </a:r>
          </a:p>
          <a:p>
            <a:pPr>
              <a:lnSpc>
                <a:spcPts val="3000"/>
              </a:lnSpc>
            </a:pPr>
            <a:r>
              <a:rPr lang="en-GB" dirty="0"/>
              <a:t>The API is STATELESS – we must pass all the information it needs every time as if it was the first time.</a:t>
            </a:r>
          </a:p>
        </p:txBody>
      </p:sp>
    </p:spTree>
    <p:extLst>
      <p:ext uri="{BB962C8B-B14F-4D97-AF65-F5344CB8AC3E}">
        <p14:creationId xmlns:p14="http://schemas.microsoft.com/office/powerpoint/2010/main" val="26901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23AA4-507E-D8B3-7DEB-D9083974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CC66-10D3-E183-1C5E-7DBAE875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180-degree shift</a:t>
            </a:r>
          </a:p>
        </p:txBody>
      </p:sp>
      <p:pic>
        <p:nvPicPr>
          <p:cNvPr id="5" name="Picture 4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4C2BFCCB-3F23-3098-3C1E-2D76213CD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057775" y="1847529"/>
            <a:ext cx="2466975" cy="1847850"/>
          </a:xfrm>
          <a:prstGeom prst="rect">
            <a:avLst/>
          </a:prstGeom>
        </p:spPr>
      </p:pic>
      <p:pic>
        <p:nvPicPr>
          <p:cNvPr id="7" name="Picture 6" descr="A black computer mouse on a white background&#10;&#10;AI-generated content may be incorrect.">
            <a:extLst>
              <a:ext uri="{FF2B5EF4-FFF2-40B4-BE49-F238E27FC236}">
                <a16:creationId xmlns:a16="http://schemas.microsoft.com/office/drawing/2014/main" id="{BDAFD253-325D-AA4F-E8B1-F2175AD4E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32" y="1847530"/>
            <a:ext cx="2466975" cy="1847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A72E3-B4A4-739E-FAF5-D9B5DFCEC120}"/>
              </a:ext>
            </a:extLst>
          </p:cNvPr>
          <p:cNvSpPr txBox="1"/>
          <p:nvPr/>
        </p:nvSpPr>
        <p:spPr>
          <a:xfrm>
            <a:off x="750014" y="4099388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No more difficult than what we do currently – just 180 degrees different</a:t>
            </a: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53323BF1-393A-213D-B6C3-D6FAA296990D}"/>
              </a:ext>
            </a:extLst>
          </p:cNvPr>
          <p:cNvSpPr/>
          <p:nvPr/>
        </p:nvSpPr>
        <p:spPr>
          <a:xfrm>
            <a:off x="4224046" y="1899809"/>
            <a:ext cx="3184989" cy="1743290"/>
          </a:xfrm>
          <a:prstGeom prst="curvedDown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AE486-5F44-81B6-3E5C-D762ABEA4AC2}"/>
              </a:ext>
            </a:extLst>
          </p:cNvPr>
          <p:cNvSpPr txBox="1"/>
          <p:nvPr/>
        </p:nvSpPr>
        <p:spPr>
          <a:xfrm>
            <a:off x="750014" y="5078897"/>
            <a:ext cx="11065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“It doesn’t get any easier – just different” - Anon </a:t>
            </a:r>
          </a:p>
        </p:txBody>
      </p:sp>
    </p:spTree>
    <p:extLst>
      <p:ext uri="{BB962C8B-B14F-4D97-AF65-F5344CB8AC3E}">
        <p14:creationId xmlns:p14="http://schemas.microsoft.com/office/powerpoint/2010/main" val="3122446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7F011-DD73-9195-5B39-D6C9A3D4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B005-0E86-2311-D1CE-3D89A18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Where to start?    What to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D926-2685-1102-15DA-FE530DB0E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314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>
              <a:lnSpc>
                <a:spcPts val="4500"/>
              </a:lnSpc>
            </a:pPr>
            <a:r>
              <a:rPr lang="en-GB" dirty="0"/>
              <a:t>We will look at Case Study 1 in the manual and framework.</a:t>
            </a:r>
          </a:p>
          <a:p>
            <a:pPr>
              <a:lnSpc>
                <a:spcPts val="4500"/>
              </a:lnSpc>
            </a:pPr>
            <a:endParaRPr lang="en-GB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4D70A54A-8115-972C-E59F-B1FFBDCE4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889" y="1991819"/>
            <a:ext cx="4122392" cy="3852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CA9450-E002-D5D5-E96F-FB1BB1E25F92}"/>
              </a:ext>
            </a:extLst>
          </p:cNvPr>
          <p:cNvSpPr txBox="1"/>
          <p:nvPr/>
        </p:nvSpPr>
        <p:spPr>
          <a:xfrm>
            <a:off x="675971" y="2369262"/>
            <a:ext cx="641319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Given an article title, determine if it is about AI.</a:t>
            </a:r>
          </a:p>
          <a:p>
            <a:endParaRPr lang="en-GB" sz="2400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Take title and create article of N words (EXPANDER)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In a specified language (TRANSLATOR)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Ensure article is not sensational (EDITOR)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/>
          </a:p>
          <a:p>
            <a:r>
              <a:rPr lang="en-GB" sz="2400" dirty="0"/>
              <a:t>PUBLISH = YES only if all three are YES</a:t>
            </a:r>
          </a:p>
          <a:p>
            <a:endParaRPr lang="en-GB" sz="2400" i="1" dirty="0"/>
          </a:p>
          <a:p>
            <a:r>
              <a:rPr lang="en-GB" sz="2400" i="1" dirty="0"/>
              <a:t>This app could be a leaf of a larger app.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936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C2438-6F39-1E74-B87F-C7E70AB4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3777-B841-1FE9-B5E3-7E294CD7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B872-4B2A-7D41-78EA-741C25866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build our app with a basic prompt “Write an article on {topic} of around {N} words.”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It all works mechanistically.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Now lets progress…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76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A7914-9C59-92B8-87EC-0CF6052F3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1BD0-D5CD-1D3A-DA5F-810AC1E58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5495-A29E-5672-D1AA-94890BA4B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decide to add a simple 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notice that users like:</a:t>
            </a: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Bullet points – Abstract - Conclusion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2DE13637-5C54-F149-1862-0D879316D033}"/>
              </a:ext>
            </a:extLst>
          </p:cNvPr>
          <p:cNvSpPr/>
          <p:nvPr/>
        </p:nvSpPr>
        <p:spPr>
          <a:xfrm>
            <a:off x="6320413" y="1908469"/>
            <a:ext cx="532563" cy="482321"/>
          </a:xfrm>
          <a:prstGeom prst="hear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11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B2118-2A00-6EB2-FC00-9E9A4B42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9056-E137-1FD8-1315-8F756AEB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71EB7-4BEE-9743-713D-3D93F5662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change our prompt to include these features.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However, only 2% of users give feedback so we decide to use Human Evaluators to give feedback as well as label articles ‘good’ etc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709479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CCCBF-BB4A-48C7-BAAE-8E79BCA1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C75B-7007-3FA8-53A3-6F646F63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26702-F2DA-89CC-4997-B322A510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need to draft up guidelines on what an article should contain, its structure and other ways an article is ‘good’.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This exercise further helps our LLM app prompt, and we refine it.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606623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F8A13-9EA9-3F4E-FE91-F4F1F9BE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5A4E-AA37-21E9-EDCB-3EF7FEF4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62643-B744-1C2B-E936-97DF2E85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fontScale="85000" lnSpcReduction="20000"/>
          </a:bodyPr>
          <a:lstStyle/>
          <a:p>
            <a:pPr marL="0" indent="0">
              <a:lnSpc>
                <a:spcPts val="3500"/>
              </a:lnSpc>
              <a:buNone/>
            </a:pPr>
            <a:r>
              <a:rPr lang="en-GB" sz="3600" dirty="0">
                <a:solidFill>
                  <a:srgbClr val="3A3A3A"/>
                </a:solidFill>
              </a:rPr>
              <a:t>We can only handle/afford a small percentage, so we decide to use LLM as  Judge.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Seems illogical but is actually very effective.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lnSpc>
                <a:spcPts val="3500"/>
              </a:lnSpc>
              <a:buNone/>
            </a:pPr>
            <a:r>
              <a:rPr lang="en-GB" sz="3600" dirty="0">
                <a:solidFill>
                  <a:srgbClr val="3A3A3A"/>
                </a:solidFill>
              </a:rPr>
              <a:t>With our original prompt and our human evaluator guidelines we write a prompt for this LLM Judge. We can now process a much greater percentage online and  offline.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It is better than our app! We refine our app prompt…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12621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8893A-DC61-4C1F-F66E-16B9BEF6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560D-6E5D-1168-8281-F94F2F5A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F4D6B-1CA0-DB9A-FA7F-A5FA83DE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Now that we are looking at our data, we see that sometimes the app offers financial advice.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We must prevent this (guardrails) so we create an LLM as Judge that detects if this article had financial advice.</a:t>
            </a:r>
          </a:p>
          <a:p>
            <a:pPr marL="0" indent="0">
              <a:buNone/>
            </a:pPr>
            <a:endParaRPr lang="en-GB" sz="3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It saves many problems…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29320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709D9-749A-561E-D646-A04FE9BC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FBE5-17E2-228C-18B0-FB0EA14A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A possible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7527-D4B3-3EC3-AC11-F3CCC637F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3600" dirty="0">
                <a:solidFill>
                  <a:srgbClr val="3A3A3A"/>
                </a:solidFill>
              </a:rPr>
              <a:t>Now that we have a robust way of evaluating our app, we can start to tinker:</a:t>
            </a:r>
            <a:endParaRPr lang="en-GB" sz="2400" dirty="0">
              <a:solidFill>
                <a:srgbClr val="3A3A3A"/>
              </a:solidFill>
            </a:endParaRPr>
          </a:p>
          <a:p>
            <a:r>
              <a:rPr lang="en-GB" dirty="0">
                <a:solidFill>
                  <a:srgbClr val="3A3A3A"/>
                </a:solidFill>
              </a:rPr>
              <a:t>Different models in different places for cost reduction yet same performance? </a:t>
            </a:r>
          </a:p>
          <a:p>
            <a:r>
              <a:rPr lang="en-GB" dirty="0">
                <a:solidFill>
                  <a:srgbClr val="3A3A3A"/>
                </a:solidFill>
              </a:rPr>
              <a:t>Does one part of the app give greater benefit for unit of change than another?</a:t>
            </a:r>
          </a:p>
          <a:p>
            <a:r>
              <a:rPr lang="en-GB" dirty="0">
                <a:solidFill>
                  <a:srgbClr val="3A3A3A"/>
                </a:solidFill>
              </a:rPr>
              <a:t>Can we reduce latency without breaking anything (regression testing)</a:t>
            </a:r>
          </a:p>
          <a:p>
            <a:r>
              <a:rPr lang="en-GB" dirty="0">
                <a:solidFill>
                  <a:srgbClr val="3A3A3A"/>
                </a:solidFill>
              </a:rPr>
              <a:t>Offer a client dashboard of filtered metrics to our clients in real time? They have entrusted us with their business.</a:t>
            </a:r>
          </a:p>
          <a:p>
            <a:r>
              <a:rPr lang="en-GB" i="1" dirty="0">
                <a:solidFill>
                  <a:srgbClr val="3A3A3A"/>
                </a:solidFill>
              </a:rPr>
              <a:t>Process not tools.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467199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E99CB-B7FE-D269-5053-A318EA45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7EF3-3471-3B0A-0B80-BE9C4680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Demo – our app from earlier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921D-0A3A-0A9B-28B4-277393912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971" y="1058467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lnSpc>
                <a:spcPts val="4500"/>
              </a:lnSpc>
              <a:buNone/>
            </a:pPr>
            <a:r>
              <a:rPr lang="en-GB" dirty="0"/>
              <a:t>We will look at Case Study 1 in the manual and framework.</a:t>
            </a:r>
          </a:p>
          <a:p>
            <a:pPr>
              <a:lnSpc>
                <a:spcPts val="4500"/>
              </a:lnSpc>
            </a:pPr>
            <a:endParaRPr lang="en-GB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6C13F1D-73CA-929F-46E5-F1983D274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321" y="2503499"/>
            <a:ext cx="4452210" cy="4160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B59F7-7AA3-F77B-5C7B-D1E26FF52C1D}"/>
              </a:ext>
            </a:extLst>
          </p:cNvPr>
          <p:cNvSpPr txBox="1"/>
          <p:nvPr/>
        </p:nvSpPr>
        <p:spPr>
          <a:xfrm>
            <a:off x="675971" y="1324527"/>
            <a:ext cx="811346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Given an article title, determine if it is about AI (ROUTER)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Take title and create article of N words (EXPANDER)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a specified language (TRANSLATOR)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Ensure article is not sensational (EDITOR)</a:t>
            </a:r>
          </a:p>
          <a:p>
            <a:endParaRPr lang="en-GB" sz="2400" dirty="0"/>
          </a:p>
          <a:p>
            <a:r>
              <a:rPr lang="en-GB" sz="2400" dirty="0"/>
              <a:t>A ‘good article’ – OMITTED IN DEMO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/>
          </a:p>
          <a:p>
            <a:r>
              <a:rPr lang="en-GB" sz="2400" dirty="0"/>
              <a:t>PUBLISH = YES only if last three are YES in EDITOR</a:t>
            </a:r>
          </a:p>
          <a:p>
            <a:endParaRPr lang="en-GB" sz="2400" i="1" dirty="0"/>
          </a:p>
          <a:p>
            <a:r>
              <a:rPr lang="en-GB" sz="3200" i="1" dirty="0"/>
              <a:t>Let’s go to the guide and code…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024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32D0B-499F-6B2B-DF29-2721E71E2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ECCD-969B-2C26-B0C3-CE65C985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Summary 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30729-BE9A-44FD-60E7-9CAE0499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r>
              <a:rPr lang="en-GB" dirty="0">
                <a:solidFill>
                  <a:srgbClr val="3A3A3A"/>
                </a:solidFill>
              </a:rPr>
              <a:t>We need to look at the data to determine what are EVAL criteria are</a:t>
            </a:r>
          </a:p>
          <a:p>
            <a:r>
              <a:rPr lang="en-GB" dirty="0">
                <a:solidFill>
                  <a:srgbClr val="3A3A3A"/>
                </a:solidFill>
              </a:rPr>
              <a:t>We need to determine what success will look like</a:t>
            </a:r>
          </a:p>
          <a:p>
            <a:r>
              <a:rPr lang="en-GB" dirty="0">
                <a:solidFill>
                  <a:srgbClr val="3A3A3A"/>
                </a:solidFill>
              </a:rPr>
              <a:t>We will need humans at certain points</a:t>
            </a:r>
          </a:p>
          <a:p>
            <a:r>
              <a:rPr lang="en-GB" dirty="0">
                <a:solidFill>
                  <a:srgbClr val="3A3A3A"/>
                </a:solidFill>
              </a:rPr>
              <a:t>We need a Domain Expert</a:t>
            </a:r>
          </a:p>
          <a:p>
            <a:r>
              <a:rPr lang="en-GB" dirty="0">
                <a:solidFill>
                  <a:srgbClr val="3A3A3A"/>
                </a:solidFill>
              </a:rPr>
              <a:t>LLM Judges are primarily for scaling</a:t>
            </a:r>
          </a:p>
          <a:p>
            <a:r>
              <a:rPr lang="en-GB" dirty="0">
                <a:solidFill>
                  <a:srgbClr val="3A3A3A"/>
                </a:solidFill>
              </a:rPr>
              <a:t>We need to do EVALS on these LLM Judges</a:t>
            </a:r>
          </a:p>
          <a:p>
            <a:r>
              <a:rPr lang="en-GB" dirty="0">
                <a:solidFill>
                  <a:srgbClr val="3A3A3A"/>
                </a:solidFill>
              </a:rPr>
              <a:t>Process more important than tools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5368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CA70E-FAAB-6030-8F27-A4E223D0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E890-081A-3B32-C506-6FF13671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314" y="190464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rgbClr val="676767"/>
                </a:solidFill>
              </a:rPr>
              <a:t>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FBBE-121F-6462-358B-A2B6E0DF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3031"/>
            <a:ext cx="10596715" cy="4906652"/>
          </a:xfrm>
          <a:solidFill>
            <a:srgbClr val="FAF0E6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Craig West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https://craig-west.netlify.app/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  <a:hlinkClick r:id="rId2"/>
              </a:rPr>
              <a:t>https://evaluating-ai-agents.com/</a:t>
            </a: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A3A3A"/>
                </a:solidFill>
              </a:rPr>
              <a:t>Contact links on the sites</a:t>
            </a:r>
          </a:p>
          <a:p>
            <a:pPr marL="0" indent="0">
              <a:buNone/>
            </a:pPr>
            <a:r>
              <a:rPr lang="en-GB" dirty="0">
                <a:solidFill>
                  <a:srgbClr val="3A3A3A"/>
                </a:solidFill>
              </a:rPr>
              <a:t>Always have 10 mins to answer questions…</a:t>
            </a: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>
              <a:solidFill>
                <a:srgbClr val="3A3A3A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479101-E8FD-13D3-116C-FF2394CC9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0213" y="1413031"/>
            <a:ext cx="2642419" cy="264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7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1064</Words>
  <Application>Microsoft Office PowerPoint</Application>
  <PresentationFormat>Widescreen</PresentationFormat>
  <Paragraphs>140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Breaking Black Box - Evals</vt:lpstr>
      <vt:lpstr>My desired outcome</vt:lpstr>
      <vt:lpstr>About me</vt:lpstr>
      <vt:lpstr>Why Evals?</vt:lpstr>
      <vt:lpstr>Model costs</vt:lpstr>
      <vt:lpstr>When to use Evals?</vt:lpstr>
      <vt:lpstr>What is an AI Agent?</vt:lpstr>
      <vt:lpstr>API</vt:lpstr>
      <vt:lpstr>But I don’t use Agents!</vt:lpstr>
      <vt:lpstr>Google CRM Agent</vt:lpstr>
      <vt:lpstr>What is Prompt/Context Engineering?</vt:lpstr>
      <vt:lpstr>180-degree shift</vt:lpstr>
      <vt:lpstr>Where to start?    What to do?</vt:lpstr>
      <vt:lpstr>A possible workflow</vt:lpstr>
      <vt:lpstr>A possible workflow</vt:lpstr>
      <vt:lpstr>A possible workflow</vt:lpstr>
      <vt:lpstr>A possible workflow</vt:lpstr>
      <vt:lpstr>A possible workflow</vt:lpstr>
      <vt:lpstr>A possible workflow</vt:lpstr>
      <vt:lpstr>A possible workflow</vt:lpstr>
      <vt:lpstr>Demo – our app from earlier</vt:lpstr>
      <vt:lpstr>Summary Key Points</vt:lpstr>
      <vt:lpstr>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Craig West</dc:creator>
  <cp:lastModifiedBy>Craig West</cp:lastModifiedBy>
  <cp:revision>79</cp:revision>
  <dcterms:created xsi:type="dcterms:W3CDTF">2025-08-05T17:00:53Z</dcterms:created>
  <dcterms:modified xsi:type="dcterms:W3CDTF">2025-09-02T17:29:53Z</dcterms:modified>
</cp:coreProperties>
</file>