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62" r:id="rId3"/>
    <p:sldId id="287" r:id="rId4"/>
    <p:sldId id="275" r:id="rId5"/>
    <p:sldId id="284" r:id="rId6"/>
    <p:sldId id="301" r:id="rId7"/>
    <p:sldId id="280" r:id="rId8"/>
    <p:sldId id="283" r:id="rId9"/>
    <p:sldId id="266" r:id="rId10"/>
    <p:sldId id="289" r:id="rId11"/>
    <p:sldId id="263" r:id="rId12"/>
    <p:sldId id="282" r:id="rId13"/>
    <p:sldId id="302" r:id="rId14"/>
    <p:sldId id="303" r:id="rId15"/>
    <p:sldId id="285" r:id="rId16"/>
    <p:sldId id="270" r:id="rId17"/>
    <p:sldId id="291" r:id="rId18"/>
    <p:sldId id="292" r:id="rId19"/>
    <p:sldId id="293" r:id="rId20"/>
    <p:sldId id="296" r:id="rId21"/>
    <p:sldId id="297" r:id="rId22"/>
    <p:sldId id="298" r:id="rId23"/>
    <p:sldId id="300" r:id="rId24"/>
    <p:sldId id="290" r:id="rId25"/>
    <p:sldId id="28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27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16T12:25:40.0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1,'3'2,"0"0,-1 1,1-1,-1 1,1 0,-1 0,0 0,0 0,0 0,-1 0,1 1,-1-1,1 0,0 5,-1-4,20 52,-2 0,-3 2,14 97,-17-45,-2 118,-10 511,-3-336,17-218,-1-25,-13-134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16T12:25:40.46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2:26:02.805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0,'0'3968'0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16/09/2025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langchain-ai/open_deep_research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mcpservers.org/servers/modelcontextprotocol/fetch" TargetMode="External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customXml" Target="../ink/ink1.xml"/><Relationship Id="rId10" Type="http://schemas.openxmlformats.org/officeDocument/2006/relationships/image" Target="../media/image20.png"/><Relationship Id="rId4" Type="http://schemas.openxmlformats.org/officeDocument/2006/relationships/image" Target="../media/image17.png"/><Relationship Id="rId9" Type="http://schemas.openxmlformats.org/officeDocument/2006/relationships/customXml" Target="../ink/ink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valuating-ai-agents.com/" TargetMode="External"/><Relationship Id="rId2" Type="http://schemas.openxmlformats.org/officeDocument/2006/relationships/hyperlink" Target="https://craig-west.netlify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the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248913"/>
            <a:ext cx="3689634" cy="27672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2947" y="1337937"/>
            <a:ext cx="1717803" cy="2742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21733" y="1367823"/>
            <a:ext cx="2023867" cy="26830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3098" y="4212445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dirty="0"/>
              <a:t>There will be some slides and then we will dive into the code and manual (website).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180-degree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 as the front end.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3rd party software that is Agentic as in the next two slides…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‘app’.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 as they seem to crop up everywhere.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368DB-F2D2-7CA9-1BC2-247B2B57A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2CB7A-5099-F122-7A14-416B60399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Langchain Deep Research Agent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072A051-1893-52F9-2868-7CC8BEF1B5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234476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29D640-FB0D-6E7D-3BC2-3F2645D1968B}"/>
              </a:ext>
            </a:extLst>
          </p:cNvPr>
          <p:cNvSpPr txBox="1"/>
          <p:nvPr/>
        </p:nvSpPr>
        <p:spPr>
          <a:xfrm>
            <a:off x="882443" y="6104945"/>
            <a:ext cx="10670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hlinkClick r:id="rId3"/>
              </a:rPr>
              <a:t>https://github.com/langchain-ai/open_deep_research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476A36-D4CC-04A8-8BCA-4E5DCB2C14CC}"/>
              </a:ext>
            </a:extLst>
          </p:cNvPr>
          <p:cNvSpPr txBox="1"/>
          <p:nvPr/>
        </p:nvSpPr>
        <p:spPr>
          <a:xfrm>
            <a:off x="1212351" y="2761769"/>
            <a:ext cx="39555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A top performing Deep Research Agent based on certain open benchmarks.</a:t>
            </a:r>
          </a:p>
        </p:txBody>
      </p:sp>
    </p:spTree>
    <p:extLst>
      <p:ext uri="{BB962C8B-B14F-4D97-AF65-F5344CB8AC3E}">
        <p14:creationId xmlns:p14="http://schemas.microsoft.com/office/powerpoint/2010/main" val="235797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When to use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7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6114614" y="2886982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  <p:pic>
        <p:nvPicPr>
          <p:cNvPr id="9" name="Graphic 8" descr="Convertible with solid fill">
            <a:extLst>
              <a:ext uri="{FF2B5EF4-FFF2-40B4-BE49-F238E27FC236}">
                <a16:creationId xmlns:a16="http://schemas.microsoft.com/office/drawing/2014/main" id="{4311C918-C2A8-40AA-689D-6D6C00BED3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66196" y="-29615"/>
            <a:ext cx="1868718" cy="18687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879CC0E-0C52-38D8-4BF1-DB740FDAFA55}"/>
              </a:ext>
            </a:extLst>
          </p:cNvPr>
          <p:cNvSpPr txBox="1"/>
          <p:nvPr/>
        </p:nvSpPr>
        <p:spPr>
          <a:xfrm>
            <a:off x="8971838" y="1516027"/>
            <a:ext cx="305301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If we are to design and build an F1 race car, we might need a set of specs to develop, test and monitor against.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DEF32E7-0090-68ED-3496-D70017D2E4D9}"/>
                  </a:ext>
                </a:extLst>
              </p14:cNvPr>
              <p14:cNvContentPartPr/>
              <p14:nvPr/>
            </p14:nvContentPartPr>
            <p14:xfrm>
              <a:off x="10921559" y="4828498"/>
              <a:ext cx="62280" cy="8024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DEF32E7-0090-68ED-3496-D70017D2E4D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867559" y="4720858"/>
                <a:ext cx="169920" cy="101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5F4655D-DE09-8EC6-B6C2-2304B6C048D3}"/>
                  </a:ext>
                </a:extLst>
              </p14:cNvPr>
              <p14:cNvContentPartPr/>
              <p14:nvPr/>
            </p14:nvContentPartPr>
            <p14:xfrm>
              <a:off x="11003279" y="5650738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5F4655D-DE09-8EC6-B6C2-2304B6C048D3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949639" y="554273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CFA8433-FE3E-F86B-01E5-BD6A8860F31B}"/>
                  </a:ext>
                </a:extLst>
              </p14:cNvPr>
              <p14:cNvContentPartPr/>
              <p14:nvPr/>
            </p14:nvContentPartPr>
            <p14:xfrm>
              <a:off x="770279" y="4828498"/>
              <a:ext cx="720" cy="14288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CFA8433-FE3E-F86B-01E5-BD6A8860F31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62279" y="4720498"/>
                <a:ext cx="216000" cy="1644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755AC-8D7A-202A-6BC8-53E74C13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7DD3-2ED3-0476-B31C-47415FDE9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E56A2DF-6775-B0E5-9F1E-CED070C0B0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067" y="1357254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704195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3954EA-3553-09A9-4A81-B63688B9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4CF0-C185-0F6E-E958-86CC7C208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7C40FB-0216-3641-7496-385ADEF540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5067" y="1153947"/>
            <a:ext cx="8584094" cy="550074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447214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09889" y="1992264"/>
            <a:ext cx="4122392" cy="38511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41319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Given an article title, determine if it is about AI.</a:t>
            </a:r>
          </a:p>
          <a:p>
            <a:endParaRPr lang="en-GB" sz="2400" dirty="0"/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400" dirty="0"/>
              <a:t>Publisher determines prices with dependent tools (TOOL CALLING)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/>
              <a:t>GOTO PUBLISH </a:t>
            </a:r>
            <a:r>
              <a:rPr lang="en-GB" sz="2400" dirty="0"/>
              <a:t>= YES only if 1,2 and 3 are YES</a:t>
            </a:r>
          </a:p>
          <a:p>
            <a:endParaRPr lang="en-GB" sz="2400" i="1" dirty="0"/>
          </a:p>
          <a:p>
            <a:r>
              <a:rPr lang="en-GB" sz="2400" i="1" dirty="0"/>
              <a:t>This app could be a leaf of a larger app.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article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app prompt,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fontScale="85000" lnSpcReduction="20000"/>
          </a:bodyPr>
          <a:lstStyle/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Seems illogical but is actually very effective.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lnSpc>
                <a:spcPts val="3500"/>
              </a:lnSpc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 They have entrusted us with their business.</a:t>
            </a:r>
          </a:p>
          <a:p>
            <a:r>
              <a:rPr lang="en-GB" i="1" dirty="0">
                <a:solidFill>
                  <a:srgbClr val="3A3A3A"/>
                </a:solidFill>
              </a:rPr>
              <a:t>Process not tools.</a:t>
            </a:r>
            <a:endParaRPr lang="en-GB" i="1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4321" y="2503499"/>
            <a:ext cx="4452210" cy="41602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324527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last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https://craig-west.netlify.app/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GB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://evaluating-ai-agents.com/</a:t>
            </a:r>
            <a:endParaRPr lang="en-GB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1038</Words>
  <Application>Microsoft Office PowerPoint</Application>
  <PresentationFormat>Widescreen</PresentationFormat>
  <Paragraphs>140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Breaking the Black Box - Evals</vt:lpstr>
      <vt:lpstr>About me</vt:lpstr>
      <vt:lpstr>My desired outcome</vt:lpstr>
      <vt:lpstr>180-degree shift</vt:lpstr>
      <vt:lpstr>But I don’t use Agents!</vt:lpstr>
      <vt:lpstr>Langchain Deep Research Agent</vt:lpstr>
      <vt:lpstr>Google CRM Agent</vt:lpstr>
      <vt:lpstr>Why Evals?</vt:lpstr>
      <vt:lpstr>Model costs</vt:lpstr>
      <vt:lpstr>When to use Evals?</vt:lpstr>
      <vt:lpstr>What is an AI Agent?</vt:lpstr>
      <vt:lpstr>API</vt:lpstr>
      <vt:lpstr>What is Prompt/Context Engineering?</vt:lpstr>
      <vt:lpstr>What is Prompt/Context Engineering?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91</cp:revision>
  <dcterms:created xsi:type="dcterms:W3CDTF">2025-08-05T17:00:53Z</dcterms:created>
  <dcterms:modified xsi:type="dcterms:W3CDTF">2025-09-16T12:26:08Z</dcterms:modified>
</cp:coreProperties>
</file>